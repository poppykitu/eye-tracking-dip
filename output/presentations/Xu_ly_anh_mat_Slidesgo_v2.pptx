
<file path=[Content_Types].xml><?xml version="1.0" encoding="utf-8"?>
<Types xmlns="http://schemas.openxmlformats.org/package/2006/content-types">
  <Default Extension="xml" ContentType="application/vnd.openxmlformats-package.core-properties+xml"/>
  <Default Extension="jpeg" ContentType="image/jpeg"/>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0c493ffbd6f4f77" /><Relationship Type="http://schemas.openxmlformats.org/officeDocument/2006/relationships/extended-properties" Target="/docProps/app.xml" Id="R393b7b75967f4aec" /><Relationship Type="http://schemas.openxmlformats.org/officeDocument/2006/relationships/officeDocument" Target="/ppt/presentation.xml" Id="R8cd84e33a6344e55"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ca258680fbe44bfa"/>
    <p:sldMasterId xmlns:r="http://schemas.openxmlformats.org/officeDocument/2006/relationships" id="2147483672" r:id="R045e54256a4940f7"/>
  </p:sldMasterIdLst>
  <p:notesMasterIdLst>
    <p:notesMasterId xmlns:r="http://schemas.openxmlformats.org/officeDocument/2006/relationships" r:id="R89c2f75f4a3f4bd7"/>
  </p:notesMasterIdLst>
  <p:sldIdLst>
    <p:sldId xmlns:r="http://schemas.openxmlformats.org/officeDocument/2006/relationships" id="256" r:id="R25c4f48d2d0349bb"/>
    <p:sldId xmlns:r="http://schemas.openxmlformats.org/officeDocument/2006/relationships" id="257" r:id="R11da940926104cc9"/>
    <p:sldId xmlns:r="http://schemas.openxmlformats.org/officeDocument/2006/relationships" id="258" r:id="R704f1e62f57c4b49"/>
    <p:sldId xmlns:r="http://schemas.openxmlformats.org/officeDocument/2006/relationships" id="259" r:id="Rb48559f434ca459d"/>
    <p:sldId xmlns:r="http://schemas.openxmlformats.org/officeDocument/2006/relationships" id="260" r:id="Reb0d5fed145d4438"/>
    <p:sldId xmlns:r="http://schemas.openxmlformats.org/officeDocument/2006/relationships" id="261" r:id="R079d4ebce84b41db"/>
    <p:sldId xmlns:r="http://schemas.openxmlformats.org/officeDocument/2006/relationships" id="262" r:id="R3b75168f9d1a454a"/>
    <p:sldId xmlns:r="http://schemas.openxmlformats.org/officeDocument/2006/relationships" id="263" r:id="R245e930b66ea4afd"/>
    <p:sldId xmlns:r="http://schemas.openxmlformats.org/officeDocument/2006/relationships" id="264" r:id="R356a7b47a4ab4fe8"/>
    <p:sldId xmlns:r="http://schemas.openxmlformats.org/officeDocument/2006/relationships" id="265" r:id="Reee53d3272f7453e"/>
    <p:sldId xmlns:r="http://schemas.openxmlformats.org/officeDocument/2006/relationships" id="266" r:id="R4c703c7ab65d4e47"/>
    <p:sldId xmlns:r="http://schemas.openxmlformats.org/officeDocument/2006/relationships" id="267" r:id="R677927e7915e4e6b"/>
    <p:sldId xmlns:r="http://schemas.openxmlformats.org/officeDocument/2006/relationships" id="268" r:id="R1ad93a17c4d141af"/>
  </p:sldIdLst>
  <p:sldSz cx="9144000" cy="5143500"/>
  <p:notesSz cx="6858000" cy="9144000"/>
  <p:embeddedFontLst>
    <p:embeddedFont>
      <p:font typeface="Hanken Grotesk"/>
      <p:regular xmlns:r="http://schemas.openxmlformats.org/officeDocument/2006/relationships" r:id="R27955c9527f644f8"/>
      <p:bold xmlns:r="http://schemas.openxmlformats.org/officeDocument/2006/relationships" r:id="R505fa9ca0874469b"/>
      <p:italic xmlns:r="http://schemas.openxmlformats.org/officeDocument/2006/relationships" r:id="R8130fd6868a74cb3"/>
      <p:boldItalic xmlns:r="http://schemas.openxmlformats.org/officeDocument/2006/relationships" r:id="Ra49c382d129f4681"/>
    </p:embeddedFont>
    <p:embeddedFont>
      <p:font typeface="Inter"/>
      <p:regular xmlns:r="http://schemas.openxmlformats.org/officeDocument/2006/relationships" r:id="R2931ae9e8d6b48a3"/>
      <p:bold xmlns:r="http://schemas.openxmlformats.org/officeDocument/2006/relationships" r:id="R094005fbf95a4d68"/>
      <p:italic xmlns:r="http://schemas.openxmlformats.org/officeDocument/2006/relationships" r:id="Re78bee4601a641ad"/>
      <p:boldItalic xmlns:r="http://schemas.openxmlformats.org/officeDocument/2006/relationships" r:id="Ra3a2540728dc4059"/>
    </p:embeddedFont>
    <p:embeddedFont>
      <p:font typeface="Work Sans Medium"/>
      <p:regular xmlns:r="http://schemas.openxmlformats.org/officeDocument/2006/relationships" r:id="R295f882513f84aab"/>
      <p:bold xmlns:r="http://schemas.openxmlformats.org/officeDocument/2006/relationships" r:id="R473f9aa5d95a427c"/>
      <p:italic xmlns:r="http://schemas.openxmlformats.org/officeDocument/2006/relationships" r:id="R05a1ed87e6bd411e"/>
      <p:boldItalic xmlns:r="http://schemas.openxmlformats.org/officeDocument/2006/relationships" r:id="R396b7d350cab45f7"/>
    </p:embeddedFont>
    <p:embeddedFont>
      <p:font typeface="Hubot Sans"/>
      <p:regular xmlns:r="http://schemas.openxmlformats.org/officeDocument/2006/relationships" r:id="R4e958b49991041d6"/>
      <p:bold xmlns:r="http://schemas.openxmlformats.org/officeDocument/2006/relationships" r:id="Rbb4898e1d68042f9"/>
      <p:italic xmlns:r="http://schemas.openxmlformats.org/officeDocument/2006/relationships" r:id="R798452d218924e79"/>
      <p:boldItalic xmlns:r="http://schemas.openxmlformats.org/officeDocument/2006/relationships" r:id="Rf096e89bd5814bba"/>
    </p:embeddedFont>
    <p:embeddedFont>
      <p:font typeface="Work Sans"/>
      <p:regular xmlns:r="http://schemas.openxmlformats.org/officeDocument/2006/relationships" r:id="R41f70944ff8d4f12"/>
      <p:bold xmlns:r="http://schemas.openxmlformats.org/officeDocument/2006/relationships" r:id="R0a0cac9e2c6a4439"/>
      <p:italic xmlns:r="http://schemas.openxmlformats.org/officeDocument/2006/relationships" r:id="Rd78c400bdea94774"/>
      <p:boldItalic xmlns:r="http://schemas.openxmlformats.org/officeDocument/2006/relationships" r:id="Rf4c2c31fa1c14f22"/>
    </p:embeddedFont>
    <p:embeddedFont>
      <p:font typeface="PT Sans"/>
      <p:regular xmlns:r="http://schemas.openxmlformats.org/officeDocument/2006/relationships" r:id="R89d21f76d0624a40"/>
      <p:bold xmlns:r="http://schemas.openxmlformats.org/officeDocument/2006/relationships" r:id="Reb6f96057d924b24"/>
      <p:italic xmlns:r="http://schemas.openxmlformats.org/officeDocument/2006/relationships" r:id="R64aeb737fd344497"/>
      <p:boldItalic xmlns:r="http://schemas.openxmlformats.org/officeDocument/2006/relationships" r:id="R3161abbc60464949"/>
    </p:embeddedFont>
    <p:embeddedFont>
      <p:font typeface="Hubot Sans Medium"/>
      <p:regular xmlns:r="http://schemas.openxmlformats.org/officeDocument/2006/relationships" r:id="R85e3a42f677946f9"/>
      <p:bold xmlns:r="http://schemas.openxmlformats.org/officeDocument/2006/relationships" r:id="R35677109bcea4cc7"/>
      <p:italic xmlns:r="http://schemas.openxmlformats.org/officeDocument/2006/relationships" r:id="R6d7d9b0e107c4e5a"/>
      <p:boldItalic xmlns:r="http://schemas.openxmlformats.org/officeDocument/2006/relationships" r:id="Rdaa642deb1e044d3"/>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3DAC6B84-AFD3-48A1-AB1C-5A4F20BDFA70}">
  <a:tblStyle styleId="{3DAC6B84-AFD3-48A1-AB1C-5A4F20BDFA70}"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F811A8BC-6FB3-4F6B-92CF-74FCC91BA94D}"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&#65279;<?xml version="1.0" encoding="utf-8"?><Relationships xmlns="http://schemas.openxmlformats.org/package/2006/relationships"><Relationship Type="http://schemas.openxmlformats.org/officeDocument/2006/relationships/theme" Target="/ppt/theme/theme1.xml" Id="Reb5aaa244bc44c2b" /><Relationship Type="http://schemas.openxmlformats.org/officeDocument/2006/relationships/slideMaster" Target="/ppt/slideMasters/slideMaster1.xml" Id="Rca258680fbe44bfa" /><Relationship Type="http://schemas.openxmlformats.org/officeDocument/2006/relationships/slideMaster" Target="/ppt/slideMasters/slideMaster2.xml" Id="R045e54256a4940f7" /><Relationship Type="http://schemas.openxmlformats.org/officeDocument/2006/relationships/notesMaster" Target="/ppt/notesMasters/notesMaster1.xml" Id="R89c2f75f4a3f4bd7" /><Relationship Type="http://schemas.openxmlformats.org/officeDocument/2006/relationships/presProps" Target="/ppt/presProps.xml" Id="Rdb0ce4acbe004934" /><Relationship Type="http://schemas.openxmlformats.org/officeDocument/2006/relationships/tableStyles" Target="/ppt/tableStyles.xml" Id="Raaf774db083d4c78" /><Relationship Type="http://schemas.openxmlformats.org/officeDocument/2006/relationships/font" Target="/ppt/fonts/font.dat" Id="R27955c9527f644f8" /><Relationship Type="http://schemas.openxmlformats.org/officeDocument/2006/relationships/font" Target="/ppt/fonts/font2.dat" Id="R505fa9ca0874469b" /><Relationship Type="http://schemas.openxmlformats.org/officeDocument/2006/relationships/font" Target="/ppt/fonts/font3.dat" Id="R8130fd6868a74cb3" /><Relationship Type="http://schemas.openxmlformats.org/officeDocument/2006/relationships/font" Target="/ppt/fonts/font4.dat" Id="Ra49c382d129f4681" /><Relationship Type="http://schemas.openxmlformats.org/officeDocument/2006/relationships/font" Target="/ppt/fonts/font5.dat" Id="R2931ae9e8d6b48a3" /><Relationship Type="http://schemas.openxmlformats.org/officeDocument/2006/relationships/font" Target="/ppt/fonts/font6.dat" Id="R094005fbf95a4d68" /><Relationship Type="http://schemas.openxmlformats.org/officeDocument/2006/relationships/font" Target="/ppt/fonts/font7.dat" Id="Re78bee4601a641ad" /><Relationship Type="http://schemas.openxmlformats.org/officeDocument/2006/relationships/font" Target="/ppt/fonts/font8.dat" Id="Ra3a2540728dc4059" /><Relationship Type="http://schemas.openxmlformats.org/officeDocument/2006/relationships/font" Target="/ppt/fonts/font9.dat" Id="R295f882513f84aab" /><Relationship Type="http://schemas.openxmlformats.org/officeDocument/2006/relationships/font" Target="/ppt/fonts/font10.dat" Id="R473f9aa5d95a427c" /><Relationship Type="http://schemas.openxmlformats.org/officeDocument/2006/relationships/font" Target="/ppt/fonts/font11.dat" Id="R05a1ed87e6bd411e" /><Relationship Type="http://schemas.openxmlformats.org/officeDocument/2006/relationships/font" Target="/ppt/fonts/font12.dat" Id="R396b7d350cab45f7" /><Relationship Type="http://schemas.openxmlformats.org/officeDocument/2006/relationships/font" Target="/ppt/fonts/font13.dat" Id="R4e958b49991041d6" /><Relationship Type="http://schemas.openxmlformats.org/officeDocument/2006/relationships/font" Target="/ppt/fonts/font14.dat" Id="Rbb4898e1d68042f9" /><Relationship Type="http://schemas.openxmlformats.org/officeDocument/2006/relationships/font" Target="/ppt/fonts/font15.dat" Id="R798452d218924e79" /><Relationship Type="http://schemas.openxmlformats.org/officeDocument/2006/relationships/font" Target="/ppt/fonts/font16.dat" Id="Rf096e89bd5814bba" /><Relationship Type="http://schemas.openxmlformats.org/officeDocument/2006/relationships/font" Target="/ppt/fonts/font17.dat" Id="R41f70944ff8d4f12" /><Relationship Type="http://schemas.openxmlformats.org/officeDocument/2006/relationships/font" Target="/ppt/fonts/font18.dat" Id="R0a0cac9e2c6a4439" /><Relationship Type="http://schemas.openxmlformats.org/officeDocument/2006/relationships/font" Target="/ppt/fonts/font19.dat" Id="Rd78c400bdea94774" /><Relationship Type="http://schemas.openxmlformats.org/officeDocument/2006/relationships/font" Target="/ppt/fonts/font20.dat" Id="Rf4c2c31fa1c14f22" /><Relationship Type="http://schemas.openxmlformats.org/officeDocument/2006/relationships/font" Target="/ppt/fonts/font21.dat" Id="R89d21f76d0624a40" /><Relationship Type="http://schemas.openxmlformats.org/officeDocument/2006/relationships/font" Target="/ppt/fonts/font22.dat" Id="Reb6f96057d924b24" /><Relationship Type="http://schemas.openxmlformats.org/officeDocument/2006/relationships/font" Target="/ppt/fonts/font23.dat" Id="R64aeb737fd344497" /><Relationship Type="http://schemas.openxmlformats.org/officeDocument/2006/relationships/font" Target="/ppt/fonts/font24.dat" Id="R3161abbc60464949" /><Relationship Type="http://schemas.openxmlformats.org/officeDocument/2006/relationships/font" Target="/ppt/fonts/font25.dat" Id="R85e3a42f677946f9" /><Relationship Type="http://schemas.openxmlformats.org/officeDocument/2006/relationships/font" Target="/ppt/fonts/font26.dat" Id="R35677109bcea4cc7" /><Relationship Type="http://schemas.openxmlformats.org/officeDocument/2006/relationships/font" Target="/ppt/fonts/font27.dat" Id="R6d7d9b0e107c4e5a" /><Relationship Type="http://schemas.openxmlformats.org/officeDocument/2006/relationships/font" Target="/ppt/fonts/font28.dat" Id="Rdaa642deb1e044d3" /><Relationship Type="http://schemas.openxmlformats.org/officeDocument/2006/relationships/slide" Target="/ppt/slides/slide1.xml" Id="R25c4f48d2d0349bb" /><Relationship Type="http://schemas.openxmlformats.org/officeDocument/2006/relationships/slide" Target="/ppt/slides/slide2.xml" Id="R11da940926104cc9" /><Relationship Type="http://schemas.openxmlformats.org/officeDocument/2006/relationships/slide" Target="/ppt/slides/slide3.xml" Id="R704f1e62f57c4b49" /><Relationship Type="http://schemas.openxmlformats.org/officeDocument/2006/relationships/slide" Target="/ppt/slides/slide4.xml" Id="Rb48559f434ca459d" /><Relationship Type="http://schemas.openxmlformats.org/officeDocument/2006/relationships/slide" Target="/ppt/slides/slide5.xml" Id="Reb0d5fed145d4438" /><Relationship Type="http://schemas.openxmlformats.org/officeDocument/2006/relationships/slide" Target="/ppt/slides/slide6.xml" Id="R079d4ebce84b41db" /><Relationship Type="http://schemas.openxmlformats.org/officeDocument/2006/relationships/slide" Target="/ppt/slides/slide7.xml" Id="R3b75168f9d1a454a" /><Relationship Type="http://schemas.openxmlformats.org/officeDocument/2006/relationships/slide" Target="/ppt/slides/slide8.xml" Id="R245e930b66ea4afd" /><Relationship Type="http://schemas.openxmlformats.org/officeDocument/2006/relationships/slide" Target="/ppt/slides/slide9.xml" Id="R356a7b47a4ab4fe8" /><Relationship Type="http://schemas.openxmlformats.org/officeDocument/2006/relationships/slide" Target="/ppt/slides/slide10.xml" Id="Reee53d3272f7453e" /><Relationship Type="http://schemas.openxmlformats.org/officeDocument/2006/relationships/slide" Target="/ppt/slides/slide11.xml" Id="R4c703c7ab65d4e47" /><Relationship Type="http://schemas.openxmlformats.org/officeDocument/2006/relationships/slide" Target="/ppt/slides/slide12.xml" Id="R677927e7915e4e6b" /><Relationship Type="http://schemas.openxmlformats.org/officeDocument/2006/relationships/slide" Target="/ppt/slides/slide13.xml" Id="R1ad93a17c4d141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1ef39aa33cf34ab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Minimal Gradient Pitch Deck by Slidesgo">
  <a:themeElements>
    <a:clrScheme name="Simple Light">
      <a:dk1>
        <a:srgbClr val="000000"/>
      </a:dk1>
      <a:lt1>
        <a:srgbClr val="FFFFFF"/>
      </a:lt1>
      <a:dk2>
        <a:srgbClr val="FEA86F"/>
      </a:dk2>
      <a:lt2>
        <a:srgbClr val="FFDEF3"/>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2af3c9bef184296" /><Relationship Type="http://schemas.openxmlformats.org/officeDocument/2006/relationships/notesMaster" Target="/ppt/notesMasters/notesMaster1.xml" Id="R2baaa43fcc0f4aaa" /></Relationships>
</file>

<file path=ppt/notesSlides/_rels/notesSlide2.xml.rels>&#65279;<?xml version="1.0" encoding="utf-8"?><Relationships xmlns="http://schemas.openxmlformats.org/package/2006/relationships"><Relationship Type="http://schemas.openxmlformats.org/officeDocument/2006/relationships/slide" Target="/ppt/slides/slide2.xml" Id="Rdcc00f482e4843ea" /><Relationship Type="http://schemas.openxmlformats.org/officeDocument/2006/relationships/notesMaster" Target="/ppt/notesMasters/notesMaster1.xml" Id="R88a51e6de2204316" /></Relationships>
</file>

<file path=ppt/notesSlides/_rels/notesSlide3.xml.rels>&#65279;<?xml version="1.0" encoding="utf-8"?><Relationships xmlns="http://schemas.openxmlformats.org/package/2006/relationships"><Relationship Type="http://schemas.openxmlformats.org/officeDocument/2006/relationships/slide" Target="/ppt/slides/slide3.xml" Id="R83755deddaaa4076" /><Relationship Type="http://schemas.openxmlformats.org/officeDocument/2006/relationships/notesMaster" Target="/ppt/notesMasters/notesMaster1.xml" Id="R3df8f62352604a4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e4b193667d41d8" /><Relationship Type="http://schemas.openxmlformats.org/officeDocument/2006/relationships/notesMaster" Target="/ppt/notesMasters/notesMaster1.xml" Id="R0e95dff33b6f4db5" /></Relationships>
</file>

<file path=ppt/notesSlides/_rels/notesSlide5.xml.rels>&#65279;<?xml version="1.0" encoding="utf-8"?><Relationships xmlns="http://schemas.openxmlformats.org/package/2006/relationships"><Relationship Type="http://schemas.openxmlformats.org/officeDocument/2006/relationships/slide" Target="/ppt/slides/slide5.xml" Id="R43accc928aad4576" /><Relationship Type="http://schemas.openxmlformats.org/officeDocument/2006/relationships/notesMaster" Target="/ppt/notesMasters/notesMaster1.xml" Id="R4656720197c54dea" /></Relationships>
</file>

<file path=ppt/notesSlides/_rels/notesSlide6.xml.rels>&#65279;<?xml version="1.0" encoding="utf-8"?><Relationships xmlns="http://schemas.openxmlformats.org/package/2006/relationships"><Relationship Type="http://schemas.openxmlformats.org/officeDocument/2006/relationships/slide" Target="/ppt/slides/slide6.xml" Id="Rf101912190694faf" /><Relationship Type="http://schemas.openxmlformats.org/officeDocument/2006/relationships/notesMaster" Target="/ppt/notesMasters/notesMaster1.xml" Id="Ra3c91776b59f4aff" /></Relationships>
</file>

<file path=ppt/notesSlides/_rels/notesSlide7.xml.rels>&#65279;<?xml version="1.0" encoding="utf-8"?><Relationships xmlns="http://schemas.openxmlformats.org/package/2006/relationships"><Relationship Type="http://schemas.openxmlformats.org/officeDocument/2006/relationships/slide" Target="/ppt/slides/slide7.xml" Id="R89977d804d754bf6" /><Relationship Type="http://schemas.openxmlformats.org/officeDocument/2006/relationships/notesMaster" Target="/ppt/notesMasters/notesMaster1.xml" Id="R42a5f37e383e43d2" /></Relationships>
</file>

<file path=ppt/notesSlides/_rels/notesSlide8.xml.rels>&#65279;<?xml version="1.0" encoding="utf-8"?><Relationships xmlns="http://schemas.openxmlformats.org/package/2006/relationships"><Relationship Type="http://schemas.openxmlformats.org/officeDocument/2006/relationships/slide" Target="/ppt/slides/slide8.xml" Id="R4e4ebf93aa834831" /><Relationship Type="http://schemas.openxmlformats.org/officeDocument/2006/relationships/notesMaster" Target="/ppt/notesMasters/notesMaster1.xml" Id="R1d11382116914e28" /></Relationships>
</file>

<file path=ppt/notesSlides/_rels/notesSlide9.xml.rels>&#65279;<?xml version="1.0" encoding="utf-8"?><Relationships xmlns="http://schemas.openxmlformats.org/package/2006/relationships"><Relationship Type="http://schemas.openxmlformats.org/officeDocument/2006/relationships/slide" Target="/ppt/slides/slide9.xml" Id="Rfd689c6e76ac46a2" /><Relationship Type="http://schemas.openxmlformats.org/officeDocument/2006/relationships/notesMaster" Target="/ppt/notesMasters/notesMaster1.xml" Id="R32eb00677dc4420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67ef817ee3c45e6" /><Relationship Type="http://schemas.openxmlformats.org/officeDocument/2006/relationships/notesMaster" Target="/ppt/notesMasters/notesMaster1.xml" Id="R97036114416f415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2f608842f7a4ab4" /><Relationship Type="http://schemas.openxmlformats.org/officeDocument/2006/relationships/notesMaster" Target="/ppt/notesMasters/notesMaster1.xml" Id="R804194e75c23485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52e84259a6a4efb" /><Relationship Type="http://schemas.openxmlformats.org/officeDocument/2006/relationships/notesMaster" Target="/ppt/notesMasters/notesMaster1.xml" Id="R54a472fa62a0438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647698666b14ecc" /><Relationship Type="http://schemas.openxmlformats.org/officeDocument/2006/relationships/notesMaster" Target="/ppt/notesMasters/notesMaster1.xml" Id="Ra9814e62f517476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Đề tài tập trung vào cải thiện ảnh và phân đoạn trên tám ảnh mắt cận cảnh. Tâm đồng tử là ứng dụng thử nghiệm cuối quy trình.</a:t>
            </a:r>
            <a:endParaRPr/>
          </a:p>
          <a:p xmlns:a="http://schemas.openxmlformats.org/drawingml/2006/main">
            <a:pPr marL="0" lvl="0" indent="0" algn="l">
              <a:spcBef>
                <a:spcPts val="0"/>
              </a:spcBef>
              <a:spcAft>
                <a:spcPts val="0"/>
              </a:spcAft>
              <a:buNone/>
            </a:pPr>
            <a:r>
              <a:t>Nguồn nội dung: README.md, THUYET_TRINH.md, eye_tracking.py trong dự án. Thiết kế: Minimal Gradient Pitch Deck by Slidesgo, file tham chiếu do người dùng cung cấp.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Lộ trình cho bài nói khoảng 10–15 phút. Dành thời gian chính cho ảnh minh họa và cách đánh giá.</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Nguồn ảnh: output/Videoshot_20261026_002227/original.png. Dữ liệu hiện tại là ảnh tĩnh. Chưa dùng bộ ảnh màu này để khẳng định kết quả dưới chiếu sáng hồng ngoại.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Nguồn: README.md và eye_tracking.py. ROI cố định x=18%–87%, y=20%–85%. Lọc vùng theo diện tích tương đối 1.8%–13% ROI, độ tròn, solidity và tỷ lệ trục. Các tham số hiện mới thử trên bộ mẫu.</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Nguồn: README.md, ảnh dark/original.png và dark/balanced.png. Gamma chọn theo trung vị và giới hạn 0.4–1.4. Gamma &gt;1 làm giảm mức sáng. Vùng cháy sáng đã mất thông tin không thể được phục hồi đầy đủ bằng phép biến đổi mức sáng.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Nguồn: README.md, noise/original.png và noise/denoised.png. Đây là so sánh đầu vào với kết quả sau cả gamma và trung vị. Thí nghiệm PSNR ở trang 10 đánh giá riêng hai bộ lọc 5×5, khác với pipeline minh họa này.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Nguồn: README.md; gray.png, red.png, enhanced.png của ảnh mẫu đầu tiên. Ảnh xám dùng để đối chiếu. Phân đoạn thực tế dùng kênh đỏ vì tạo tương phản phù hợp trên bộ ảnh màu hiện tại. Cần đánh giá lại khi đổi camera hoặc ánh sáng. Phép giãn tương phản này không phải CLAHE.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Nguồn: README.md, binary.png và clean.png. Thử ngưỡng 5–100 theo bước 5. Phần tử cấu trúc ellipse 5×5, đóng hai lần và mở một lần. Cần đối chiếu mặt nạ với ảnh gốc, không chỉ quan sát mặt nạ riêng.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Nguồn: output/noise_evaluation.csv. Trung bình cộng PSNR theo 8 ảnh, làm tròn hai chữ số. Gaussian sigma20: 22.48875, 33.41375, 32.91625 dB. Muối tiêu 4%: 18.365, 44.4, 28.86875 dB. Tham chiếu là ảnh xám trước khi thêm nhiễu ở chiều rộng tối đa1024px. Không suy rộng kết quả thành bộ lọc nào luôn tốt hơn và không dùng PSNR làm độ chính xác eye tracking.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Nguồn: README.md và result.png của ảnh mẫu đầu tiên. Chữ thập đỏ biểu diễn tâm ellipse trong ảnh, chưa phải tọa độ nhìn trên màn hình. Phản xạ và mí mắt có thể gây lệch tâm hoặc chọn sai vùng.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Nguồn: output/demo.html, output/demo_preview.png và THUYET_TRINH.md. Mở MO_DEMO.bat hoặc output/demo.html trước lúc thuyết trình. Demo chạy offline với ảnh đã xuất. Thử ảnh tối để giải thích gamma, xem histogram, rồi xem thí nghiệm lọc nhiễu. Chuỗi 8 ảnh không tương đương thử nghiệm camera liên tục.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Nguồn: README.md, THUYET_TRINH.md. Chưa xác nhận điều kiện chiếu sáng IR của bộ ảnh. Gamma không khôi phục đầy đủ vùng bão hòa. Phần điều khiển thiết bị hiện là hướng phát triển.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Thiết kế dựa trên Minimal Gradient Pitch Deck by Slidesgo. Giữ phần ghi công trên trang cảm ơn. Nội dung và ảnh xử lý lấy từ dự án Xử lý ảnh mắt của người dùng.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878bf86bf84f3e" /><Relationship Type="http://schemas.openxmlformats.org/officeDocument/2006/relationships/image" Target="/ppt/media/image.jpeg" Id="R7e2f48a70f5d4f6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2c43f1b3d8647a2" /><Relationship Type="http://schemas.openxmlformats.org/officeDocument/2006/relationships/image" Target="/ppt/media/image.jpeg" Id="R7525c7ff3bce476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8e10661407c4151" /><Relationship Type="http://schemas.openxmlformats.org/officeDocument/2006/relationships/image" Target="/ppt/media/image2.jpeg" Id="Ra9c9800a792f4d7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61518db87d44937" /><Relationship Type="http://schemas.openxmlformats.org/officeDocument/2006/relationships/image" Target="/ppt/media/image2.jpeg" Id="R1ea69a20a60e490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46370743cc74faa" /><Relationship Type="http://schemas.openxmlformats.org/officeDocument/2006/relationships/image" Target="/ppt/media/image3.jpeg" Id="R3a8bac417bde4ab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1495a9110a24ec9" /><Relationship Type="http://schemas.openxmlformats.org/officeDocument/2006/relationships/image" Target="/ppt/media/image2.jpeg" Id="R9de0cbd92ae048a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0e6d5255efc4e20" /><Relationship Type="http://schemas.openxmlformats.org/officeDocument/2006/relationships/image" Target="/ppt/media/image.jpeg" Id="R357ad391bcf84fb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c51d5de29c74cdc" /><Relationship Type="http://schemas.openxmlformats.org/officeDocument/2006/relationships/image" Target="/ppt/media/image.jpeg" Id="Ra8fe8976370a42a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08adbb48b604e2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d93e2a7927446e3" /><Relationship Type="http://schemas.openxmlformats.org/officeDocument/2006/relationships/image" Target="/ppt/media/image.jpeg" Id="R584a1556ece648a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0a135cc6c008480c"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cdbbff40cb4d4fb0" /><Relationship Type="http://schemas.openxmlformats.org/officeDocument/2006/relationships/image" Target="/ppt/media/image4.jpeg" Id="R5752199697f546c4"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05f1434c3fec4e2b" /><Relationship Type="http://schemas.openxmlformats.org/officeDocument/2006/relationships/image" Target="/ppt/media/image4.jpeg" Id="Rc231bd298be2407e"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57ecf64c9b3e4b60" /><Relationship Type="http://schemas.openxmlformats.org/officeDocument/2006/relationships/image" Target="/ppt/media/image3.jpeg" Id="R4a11a9af77c94ae8"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766f3d6792de4440" /><Relationship Type="http://schemas.openxmlformats.org/officeDocument/2006/relationships/image" Target="/ppt/media/image2.jpeg" Id="Rc597243cff3541f6"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fc7370cdacab4c8a" /><Relationship Type="http://schemas.openxmlformats.org/officeDocument/2006/relationships/image" Target="/ppt/media/image4.jpeg" Id="R6758136b52b4449d"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89175134e7af42d5" /><Relationship Type="http://schemas.openxmlformats.org/officeDocument/2006/relationships/image" Target="/ppt/media/image2.jpeg" Id="R1da838c8453d4f5b"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3e079e5aad5c4707" /><Relationship Type="http://schemas.openxmlformats.org/officeDocument/2006/relationships/image" Target="/ppt/media/image3.jpeg" Id="R70fe7c515a1d4096"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3266de13253840de" /><Relationship Type="http://schemas.openxmlformats.org/officeDocument/2006/relationships/image" Target="/ppt/media/image2.jpeg" Id="Rd44f086df0fc4b93"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05c08ac24fd2420e" /><Relationship Type="http://schemas.openxmlformats.org/officeDocument/2006/relationships/image" Target="/ppt/media/image.jpeg" Id="Rd7bc55cdcc0b471b"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8baa041eaad44125" /><Relationship Type="http://schemas.openxmlformats.org/officeDocument/2006/relationships/image" Target="/ppt/media/image.jpeg" Id="Rf211322ac0b840dd"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c5e8f4175b4f42d6" /><Relationship Type="http://schemas.openxmlformats.org/officeDocument/2006/relationships/image" Target="/ppt/media/image5.jpeg" Id="Rb3f84ef5f58c43ca"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452bad12b6dd4923" /><Relationship Type="http://schemas.openxmlformats.org/officeDocument/2006/relationships/image" Target="/ppt/media/image6.jpeg" Id="Rdfed642453b24c0d"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2.xml" Id="R6cbc8db4f37f4497"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2.xml" Id="Rde31acfd2c3046d6"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2.xml" Id="R51d01cf645dd47ae"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pic>
        <p:nvPicPr>
          <p:cNvPr id="9" name="Google Shape;9;p2">
            <a:extLst xmlns:a="http://schemas.openxmlformats.org/drawingml/2006/main">
              <a:ext uri="{FF2B5EF4-FFF2-40B4-BE49-F238E27FC236}">
                <a16:creationId xmlns:a16="http://schemas.microsoft.com/office/drawing/2014/main" id="{4D8EBF97-A763-4AB2-9F7A-04F834F4FCF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e2f48a70f5d4f64">
            <a:alphaModFix/>
          </a:blip>
          <a:srcRect xmlns:a="http://schemas.openxmlformats.org/drawingml/2006/main" l="0" t="0" r="0" b="0"/>
          <a:stretch xmlns:a="http://schemas.openxmlformats.org/drawingml/2006/main"/>
        </p:blipFill>
        <p:spPr>
          <a:xfrm xmlns:a="http://schemas.openxmlformats.org/drawingml/2006/main">
            <a:off x="-1" y="-1"/>
            <a:ext cx="9144003" cy="5143501"/>
          </a:xfrm>
          <a:prstGeom xmlns:a="http://schemas.openxmlformats.org/drawingml/2006/main" prst="rect">
            <a:avLst/>
          </a:prstGeom>
          <a:ln xmlns:a="http://schemas.openxmlformats.org/drawingml/2006/main">
            <a:noFill/>
          </a:ln>
        </p:spPr>
      </p:pic>
      <p:cxnSp>
        <p:nvCxnSpPr>
          <p:cNvPr id="10" name="Google Shape;10;p2">
            <a:extLst xmlns:a="http://schemas.openxmlformats.org/drawingml/2006/main">
              <a:ext uri="{FF2B5EF4-FFF2-40B4-BE49-F238E27FC236}">
                <a16:creationId xmlns:a16="http://schemas.microsoft.com/office/drawing/2014/main" id="{02467528-5276-4A45-BEFC-6E454FD45D0A}"/>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11" name="Google Shape;11;p2">
            <a:extLst xmlns:a="http://schemas.openxmlformats.org/drawingml/2006/main">
              <a:ext uri="{FF2B5EF4-FFF2-40B4-BE49-F238E27FC236}">
                <a16:creationId xmlns:a16="http://schemas.microsoft.com/office/drawing/2014/main" id="{49D0BE04-2E37-47A3-B82D-293D47251D22}"/>
              </a:ext>
            </a:extLst>
          </p:cNvPr>
          <p:cNvSpPr>
            <a:spLocks xmlns:a="http://schemas.openxmlformats.org/drawingml/2006/main" noGrp="1"/>
          </p:cNvSpPr>
          <p:nvPr>
            <p:ph type="ctrTitle" idx="0"/>
          </p:nvPr>
        </p:nvSpPr>
        <p:spPr>
          <a:xfrm xmlns:a="http://schemas.openxmlformats.org/drawingml/2006/main">
            <a:off x="228600" y="1713275"/>
            <a:ext cx="7601100" cy="29001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80000"/>
              </a:lnSpc>
              <a:spcBef>
                <a:spcPts val="0"/>
              </a:spcBef>
              <a:spcAft>
                <a:spcPts val="0"/>
              </a:spcAft>
              <a:buClr>
                <a:srgbClr val="191919"/>
              </a:buClr>
              <a:buSzPts val="5200"/>
              <a:buNone/>
              <a:defRPr sz="6500"/>
            </a:lvl1pPr>
            <a:lvl2pPr algn="ctr">
              <a:spcBef>
                <a:spcPts val="0"/>
              </a:spcBef>
              <a:spcAft>
                <a:spcPts val="0"/>
              </a:spcAft>
              <a:buClr>
                <a:srgbClr val="191919"/>
              </a:buClr>
              <a:buSzPts val="5200"/>
              <a:buNone/>
              <a:defRPr sz="5200">
                <a:solidFill>
                  <a:srgbClr val="191919"/>
                </a:solidFill>
              </a:defRPr>
            </a:lvl2pPr>
            <a:lvl3pPr algn="ctr">
              <a:spcBef>
                <a:spcPts val="0"/>
              </a:spcBef>
              <a:spcAft>
                <a:spcPts val="0"/>
              </a:spcAft>
              <a:buClr>
                <a:srgbClr val="191919"/>
              </a:buClr>
              <a:buSzPts val="5200"/>
              <a:buNone/>
              <a:defRPr sz="5200">
                <a:solidFill>
                  <a:srgbClr val="191919"/>
                </a:solidFill>
              </a:defRPr>
            </a:lvl3pPr>
            <a:lvl4pPr algn="ctr">
              <a:spcBef>
                <a:spcPts val="0"/>
              </a:spcBef>
              <a:spcAft>
                <a:spcPts val="0"/>
              </a:spcAft>
              <a:buClr>
                <a:srgbClr val="191919"/>
              </a:buClr>
              <a:buSzPts val="5200"/>
              <a:buNone/>
              <a:defRPr sz="5200">
                <a:solidFill>
                  <a:srgbClr val="191919"/>
                </a:solidFill>
              </a:defRPr>
            </a:lvl4pPr>
            <a:lvl5pPr algn="ctr">
              <a:spcBef>
                <a:spcPts val="0"/>
              </a:spcBef>
              <a:spcAft>
                <a:spcPts val="0"/>
              </a:spcAft>
              <a:buClr>
                <a:srgbClr val="191919"/>
              </a:buClr>
              <a:buSzPts val="5200"/>
              <a:buNone/>
              <a:defRPr sz="5200">
                <a:solidFill>
                  <a:srgbClr val="191919"/>
                </a:solidFill>
              </a:defRPr>
            </a:lvl5pPr>
            <a:lvl6pPr algn="ctr">
              <a:spcBef>
                <a:spcPts val="0"/>
              </a:spcBef>
              <a:spcAft>
                <a:spcPts val="0"/>
              </a:spcAft>
              <a:buClr>
                <a:srgbClr val="191919"/>
              </a:buClr>
              <a:buSzPts val="5200"/>
              <a:buNone/>
              <a:defRPr sz="5200">
                <a:solidFill>
                  <a:srgbClr val="191919"/>
                </a:solidFill>
              </a:defRPr>
            </a:lvl6pPr>
            <a:lvl7pPr algn="ctr">
              <a:spcBef>
                <a:spcPts val="0"/>
              </a:spcBef>
              <a:spcAft>
                <a:spcPts val="0"/>
              </a:spcAft>
              <a:buClr>
                <a:srgbClr val="191919"/>
              </a:buClr>
              <a:buSzPts val="5200"/>
              <a:buNone/>
              <a:defRPr sz="5200">
                <a:solidFill>
                  <a:srgbClr val="191919"/>
                </a:solidFill>
              </a:defRPr>
            </a:lvl7pPr>
            <a:lvl8pPr algn="ctr">
              <a:spcBef>
                <a:spcPts val="0"/>
              </a:spcBef>
              <a:spcAft>
                <a:spcPts val="0"/>
              </a:spcAft>
              <a:buClr>
                <a:srgbClr val="191919"/>
              </a:buClr>
              <a:buSzPts val="5200"/>
              <a:buNone/>
              <a:defRPr sz="5200">
                <a:solidFill>
                  <a:srgbClr val="191919"/>
                </a:solidFill>
              </a:defRPr>
            </a:lvl8pPr>
            <a:lvl9pPr algn="ctr">
              <a:spcBef>
                <a:spcPts val="0"/>
              </a:spcBef>
              <a:spcAft>
                <a:spcPts val="0"/>
              </a:spcAft>
              <a:buClr>
                <a:srgbClr val="191919"/>
              </a:buClr>
              <a:buSzPts val="5200"/>
              <a:buNone/>
              <a:defRPr sz="5200">
                <a:solidFill>
                  <a:srgbClr val="191919"/>
                </a:solidFill>
              </a:defRPr>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8F35188F-BBCD-4586-8356-F8D67CC76E12}"/>
              </a:ext>
            </a:extLst>
          </p:cNvPr>
          <p:cNvSpPr>
            <a:spLocks xmlns:a="http://schemas.openxmlformats.org/drawingml/2006/main" noGrp="1"/>
          </p:cNvSpPr>
          <p:nvPr>
            <p:ph type="subTitle" idx="1"/>
          </p:nvPr>
        </p:nvSpPr>
        <p:spPr>
          <a:xfrm xmlns:a="http://schemas.openxmlformats.org/drawingml/2006/main">
            <a:off x="2414150" y="713625"/>
            <a:ext cx="6375300" cy="6312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r">
              <a:lnSpc>
                <a:spcPct val="100000"/>
              </a:lnSpc>
              <a:spcBef>
                <a:spcPts val="0"/>
              </a:spcBef>
              <a:spcAft>
                <a:spcPts val="0"/>
              </a:spcAft>
              <a:buSzPts val="1200"/>
              <a:buNone/>
              <a:defRPr sz="1600">
                <a:solidFill>
                  <a:schemeClr val="dk1"/>
                </a:solidFill>
              </a:defRPr>
            </a:lvl1pPr>
            <a:lvl2pPr algn="ctr">
              <a:lnSpc>
                <a:spcPct val="100000"/>
              </a:lnSpc>
              <a:spcBef>
                <a:spcPts val="0"/>
              </a:spcBef>
              <a:spcAft>
                <a:spcPts val="0"/>
              </a:spcAft>
              <a:buSzPts val="1800"/>
              <a:buNone/>
              <a:defRPr sz="1800"/>
            </a:lvl2pPr>
            <a:lvl3pPr algn="ctr">
              <a:lnSpc>
                <a:spcPct val="100000"/>
              </a:lnSpc>
              <a:spcBef>
                <a:spcPts val="0"/>
              </a:spcBef>
              <a:spcAft>
                <a:spcPts val="0"/>
              </a:spcAft>
              <a:buSzPts val="1800"/>
              <a:buNone/>
              <a:defRPr sz="1800"/>
            </a:lvl3pPr>
            <a:lvl4pPr algn="ctr">
              <a:lnSpc>
                <a:spcPct val="100000"/>
              </a:lnSpc>
              <a:spcBef>
                <a:spcPts val="0"/>
              </a:spcBef>
              <a:spcAft>
                <a:spcPts val="0"/>
              </a:spcAft>
              <a:buSzPts val="1800"/>
              <a:buNone/>
              <a:defRPr sz="1800"/>
            </a:lvl4pPr>
            <a:lvl5pPr algn="ctr">
              <a:lnSpc>
                <a:spcPct val="100000"/>
              </a:lnSpc>
              <a:spcBef>
                <a:spcPts val="0"/>
              </a:spcBef>
              <a:spcAft>
                <a:spcPts val="0"/>
              </a:spcAft>
              <a:buSzPts val="1800"/>
              <a:buNone/>
              <a:defRPr sz="1800"/>
            </a:lvl5pPr>
            <a:lvl6pPr algn="ctr">
              <a:lnSpc>
                <a:spcPct val="100000"/>
              </a:lnSpc>
              <a:spcBef>
                <a:spcPts val="0"/>
              </a:spcBef>
              <a:spcAft>
                <a:spcPts val="0"/>
              </a:spcAft>
              <a:buSzPts val="1800"/>
              <a:buNone/>
              <a:defRPr sz="1800"/>
            </a:lvl6pPr>
            <a:lvl7pPr algn="ctr">
              <a:lnSpc>
                <a:spcPct val="100000"/>
              </a:lnSpc>
              <a:spcBef>
                <a:spcPts val="0"/>
              </a:spcBef>
              <a:spcAft>
                <a:spcPts val="0"/>
              </a:spcAft>
              <a:buSzPts val="1800"/>
              <a:buNone/>
              <a:defRPr sz="1800"/>
            </a:lvl7pPr>
            <a:lvl8pPr algn="ctr">
              <a:lnSpc>
                <a:spcPct val="100000"/>
              </a:lnSpc>
              <a:spcBef>
                <a:spcPts val="0"/>
              </a:spcBef>
              <a:spcAft>
                <a:spcPts val="0"/>
              </a:spcAft>
              <a:buSzPts val="1800"/>
              <a:buNone/>
              <a:defRPr sz="1800"/>
            </a:lvl8pPr>
            <a:lvl9pPr algn="ctr">
              <a:lnSpc>
                <a:spcPct val="100000"/>
              </a:lnSpc>
              <a:spcBef>
                <a:spcPts val="0"/>
              </a:spcBef>
              <a:spcAft>
                <a:spcPts val="0"/>
              </a:spcAft>
              <a:buSzPts val="1800"/>
              <a:buNone/>
              <a:defRPr sz="1800"/>
            </a:lvl9pPr>
          </a:lstStyle>
          <a:p xmlns:a="http://schemas.openxmlformats.org/drawingml/2006/main"/>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pic>
        <p:nvPicPr>
          <p:cNvPr id="14" name="Google Shape;14;p3">
            <a:extLst xmlns:a="http://schemas.openxmlformats.org/drawingml/2006/main">
              <a:ext uri="{FF2B5EF4-FFF2-40B4-BE49-F238E27FC236}">
                <a16:creationId xmlns:a16="http://schemas.microsoft.com/office/drawing/2014/main" id="{95D34CAC-A6CE-497F-8BF8-9ED44D0DF41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525c7ff3bce4766">
            <a:alphaModFix/>
          </a:blip>
          <a:srcRect xmlns:a="http://schemas.openxmlformats.org/drawingml/2006/main" l="0" t="0" r="0" b="0"/>
          <a:stretch xmlns:a="http://schemas.openxmlformats.org/drawingml/2006/main"/>
        </p:blipFill>
        <p:spPr>
          <a:xfrm xmlns:a="http://schemas.openxmlformats.org/drawingml/2006/main" flipH="1">
            <a:off x="-1" y="-1"/>
            <a:ext cx="9144003" cy="5143501"/>
          </a:xfrm>
          <a:prstGeom xmlns:a="http://schemas.openxmlformats.org/drawingml/2006/main" prst="rect">
            <a:avLst/>
          </a:prstGeom>
          <a:ln xmlns:a="http://schemas.openxmlformats.org/drawingml/2006/main">
            <a:noFill/>
          </a:ln>
        </p:spPr>
      </p:pic>
      <p:cxnSp>
        <p:nvCxnSpPr>
          <p:cNvPr id="15" name="Google Shape;15;p3">
            <a:extLst xmlns:a="http://schemas.openxmlformats.org/drawingml/2006/main">
              <a:ext uri="{FF2B5EF4-FFF2-40B4-BE49-F238E27FC236}">
                <a16:creationId xmlns:a16="http://schemas.microsoft.com/office/drawing/2014/main" id="{6BABCBA8-E648-4656-ACB6-145D7AA29506}"/>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16" name="Google Shape;16;p3">
            <a:extLst xmlns:a="http://schemas.openxmlformats.org/drawingml/2006/main">
              <a:ext uri="{FF2B5EF4-FFF2-40B4-BE49-F238E27FC236}">
                <a16:creationId xmlns:a16="http://schemas.microsoft.com/office/drawing/2014/main" id="{67C5C4DA-A0A1-49B1-A5DD-CDA2FB03217E}"/>
              </a:ext>
            </a:extLst>
          </p:cNvPr>
          <p:cNvSpPr>
            <a:spLocks xmlns:a="http://schemas.openxmlformats.org/drawingml/2006/main" noGrp="1"/>
          </p:cNvSpPr>
          <p:nvPr>
            <p:ph type="title" idx="0"/>
          </p:nvPr>
        </p:nvSpPr>
        <p:spPr>
          <a:xfrm xmlns:a="http://schemas.openxmlformats.org/drawingml/2006/main">
            <a:off x="228600" y="1196325"/>
            <a:ext cx="6985200" cy="22767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3600"/>
              <a:buNone/>
              <a:defRPr sz="52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17" name="Google Shape;17;p3">
            <a:extLst xmlns:a="http://schemas.openxmlformats.org/drawingml/2006/main">
              <a:ext uri="{FF2B5EF4-FFF2-40B4-BE49-F238E27FC236}">
                <a16:creationId xmlns:a16="http://schemas.microsoft.com/office/drawing/2014/main" id="{6C1AF32D-5EAE-4877-B9F3-63728FB785B2}"/>
              </a:ext>
            </a:extLst>
          </p:cNvPr>
          <p:cNvSpPr>
            <a:spLocks xmlns:a="http://schemas.openxmlformats.org/drawingml/2006/main" noGrp="1"/>
          </p:cNvSpPr>
          <p:nvPr>
            <p:ph type="title" idx="2" hasCustomPrompt="1"/>
          </p:nvPr>
        </p:nvSpPr>
        <p:spPr>
          <a:xfrm xmlns:a="http://schemas.openxmlformats.org/drawingml/2006/main">
            <a:off x="228600" y="3396943"/>
            <a:ext cx="1235700" cy="1108200"/>
          </a:xfrm>
          <a:prstGeom xmlns:a="http://schemas.openxmlformats.org/drawingml/2006/main" prst="rect">
            <a:avLst/>
          </a:prstGeom>
          <a:noFill xmlns:a="http://schemas.openxmlformats.org/drawingml/2006/main"/>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Clr>
                <a:schemeClr val="lt1"/>
              </a:buClr>
              <a:buSzPts val="6000"/>
              <a:buNone/>
              <a:defRPr sz="6000"/>
            </a:lvl1pPr>
            <a:lvl2pPr algn="ctr">
              <a:spcBef>
                <a:spcPts val="0"/>
              </a:spcBef>
              <a:spcAft>
                <a:spcPts val="0"/>
              </a:spcAft>
              <a:buClr>
                <a:schemeClr val="lt1"/>
              </a:buClr>
              <a:buSzPts val="6000"/>
              <a:buNone/>
              <a:defRPr sz="6000">
                <a:solidFill>
                  <a:schemeClr val="lt1"/>
                </a:solidFill>
              </a:defRPr>
            </a:lvl2pPr>
            <a:lvl3pPr algn="ctr">
              <a:spcBef>
                <a:spcPts val="0"/>
              </a:spcBef>
              <a:spcAft>
                <a:spcPts val="0"/>
              </a:spcAft>
              <a:buClr>
                <a:schemeClr val="lt1"/>
              </a:buClr>
              <a:buSzPts val="6000"/>
              <a:buNone/>
              <a:defRPr sz="6000">
                <a:solidFill>
                  <a:schemeClr val="lt1"/>
                </a:solidFill>
              </a:defRPr>
            </a:lvl3pPr>
            <a:lvl4pPr algn="ctr">
              <a:spcBef>
                <a:spcPts val="0"/>
              </a:spcBef>
              <a:spcAft>
                <a:spcPts val="0"/>
              </a:spcAft>
              <a:buClr>
                <a:schemeClr val="lt1"/>
              </a:buClr>
              <a:buSzPts val="6000"/>
              <a:buNone/>
              <a:defRPr sz="6000">
                <a:solidFill>
                  <a:schemeClr val="lt1"/>
                </a:solidFill>
              </a:defRPr>
            </a:lvl4pPr>
            <a:lvl5pPr algn="ctr">
              <a:spcBef>
                <a:spcPts val="0"/>
              </a:spcBef>
              <a:spcAft>
                <a:spcPts val="0"/>
              </a:spcAft>
              <a:buClr>
                <a:schemeClr val="lt1"/>
              </a:buClr>
              <a:buSzPts val="6000"/>
              <a:buNone/>
              <a:defRPr sz="6000">
                <a:solidFill>
                  <a:schemeClr val="lt1"/>
                </a:solidFill>
              </a:defRPr>
            </a:lvl5pPr>
            <a:lvl6pPr algn="ctr">
              <a:spcBef>
                <a:spcPts val="0"/>
              </a:spcBef>
              <a:spcAft>
                <a:spcPts val="0"/>
              </a:spcAft>
              <a:buClr>
                <a:schemeClr val="lt1"/>
              </a:buClr>
              <a:buSzPts val="6000"/>
              <a:buNone/>
              <a:defRPr sz="6000">
                <a:solidFill>
                  <a:schemeClr val="lt1"/>
                </a:solidFill>
              </a:defRPr>
            </a:lvl6pPr>
            <a:lvl7pPr algn="ctr">
              <a:spcBef>
                <a:spcPts val="0"/>
              </a:spcBef>
              <a:spcAft>
                <a:spcPts val="0"/>
              </a:spcAft>
              <a:buClr>
                <a:schemeClr val="lt1"/>
              </a:buClr>
              <a:buSzPts val="6000"/>
              <a:buNone/>
              <a:defRPr sz="6000">
                <a:solidFill>
                  <a:schemeClr val="lt1"/>
                </a:solidFill>
              </a:defRPr>
            </a:lvl7pPr>
            <a:lvl8pPr algn="ctr">
              <a:spcBef>
                <a:spcPts val="0"/>
              </a:spcBef>
              <a:spcAft>
                <a:spcPts val="0"/>
              </a:spcAft>
              <a:buClr>
                <a:schemeClr val="lt1"/>
              </a:buClr>
              <a:buSzPts val="6000"/>
              <a:buNone/>
              <a:defRPr sz="6000">
                <a:solidFill>
                  <a:schemeClr val="lt1"/>
                </a:solidFill>
              </a:defRPr>
            </a:lvl8pPr>
            <a:lvl9pPr algn="ctr">
              <a:spcBef>
                <a:spcPts val="0"/>
              </a:spcBef>
              <a:spcAft>
                <a:spcPts val="0"/>
              </a:spcAft>
              <a:buClr>
                <a:schemeClr val="lt1"/>
              </a:buClr>
              <a:buSzPts val="6000"/>
              <a:buNone/>
              <a:defRPr sz="6000">
                <a:solidFill>
                  <a:schemeClr val="lt1"/>
                </a:solidFill>
              </a:defRPr>
            </a:lvl9pPr>
          </a:lstStyle>
          <a:p xmlns:a="http://schemas.openxmlformats.org/drawingml/2006/main">
            <a:r>
              <a:t>xx%</a:t>
            </a:r>
          </a:p>
        </p:txBody>
      </p:sp>
      <p:sp>
        <p:nvSpPr>
          <p:cNvPr id="18" name="Google Shape;18;p3">
            <a:extLst xmlns:a="http://schemas.openxmlformats.org/drawingml/2006/main">
              <a:ext uri="{FF2B5EF4-FFF2-40B4-BE49-F238E27FC236}">
                <a16:creationId xmlns:a16="http://schemas.microsoft.com/office/drawing/2014/main" id="{DA563252-5B9C-4D16-9641-BE8AE761CE52}"/>
              </a:ext>
            </a:extLst>
          </p:cNvPr>
          <p:cNvSpPr>
            <a:spLocks xmlns:a="http://schemas.openxmlformats.org/drawingml/2006/main" noGrp="1"/>
          </p:cNvSpPr>
          <p:nvPr>
            <p:ph type="subTitle" idx="1"/>
          </p:nvPr>
        </p:nvSpPr>
        <p:spPr>
          <a:xfrm xmlns:a="http://schemas.openxmlformats.org/drawingml/2006/main">
            <a:off x="2263725" y="408325"/>
            <a:ext cx="6444300" cy="6330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r">
              <a:lnSpc>
                <a:spcPct val="100000"/>
              </a:lnSpc>
              <a:spcBef>
                <a:spcPts val="0"/>
              </a:spcBef>
              <a:spcAft>
                <a:spcPts val="0"/>
              </a:spcAft>
              <a:buSzPts val="1200"/>
              <a:buNone/>
              <a:defRPr sz="1400"/>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xmlns:a="http://schemas.openxmlformats.org/drawingml/2006/main"/>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pic>
        <p:nvPicPr>
          <p:cNvPr id="20" name="Google Shape;20;p4">
            <a:extLst xmlns:a="http://schemas.openxmlformats.org/drawingml/2006/main">
              <a:ext uri="{FF2B5EF4-FFF2-40B4-BE49-F238E27FC236}">
                <a16:creationId xmlns:a16="http://schemas.microsoft.com/office/drawing/2014/main" id="{AB6581BF-3B35-4349-B4F0-CDD2C5CB7ED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9c9800a792f4d70">
            <a:alphaModFix/>
          </a:blip>
          <a:srcRect xmlns:a="http://schemas.openxmlformats.org/drawingml/2006/main" l="0" t="0" r="0" b="0"/>
          <a:stretch xmlns:a="http://schemas.openxmlformats.org/drawingml/2006/main"/>
        </p:blipFill>
        <p:spPr>
          <a:xfrm xmlns:a="http://schemas.openxmlformats.org/drawingml/2006/main" rot="10800000">
            <a:off x="-1" y="-1"/>
            <a:ext cx="9144003" cy="5143501"/>
          </a:xfrm>
          <a:prstGeom xmlns:a="http://schemas.openxmlformats.org/drawingml/2006/main" prst="rect">
            <a:avLst/>
          </a:prstGeom>
          <a:ln xmlns:a="http://schemas.openxmlformats.org/drawingml/2006/main">
            <a:noFill/>
          </a:ln>
        </p:spPr>
      </p:pic>
      <p:cxnSp>
        <p:nvCxnSpPr>
          <p:cNvPr id="21" name="Google Shape;21;p4">
            <a:extLst xmlns:a="http://schemas.openxmlformats.org/drawingml/2006/main">
              <a:ext uri="{FF2B5EF4-FFF2-40B4-BE49-F238E27FC236}">
                <a16:creationId xmlns:a16="http://schemas.microsoft.com/office/drawing/2014/main" id="{A42F7CF4-8E32-44FA-B8FA-A56A46FF1B1D}"/>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22" name="Google Shape;22;p4">
            <a:extLst xmlns:a="http://schemas.openxmlformats.org/drawingml/2006/main">
              <a:ext uri="{FF2B5EF4-FFF2-40B4-BE49-F238E27FC236}">
                <a16:creationId xmlns:a16="http://schemas.microsoft.com/office/drawing/2014/main" id="{4876DE6B-974F-440D-9F1F-78648EEFEA2F}"/>
              </a:ext>
            </a:extLst>
          </p:cNvPr>
          <p:cNvSpPr>
            <a:spLocks xmlns:a="http://schemas.openxmlformats.org/drawingml/2006/main" noGrp="1"/>
          </p:cNvSpPr>
          <p:nvPr>
            <p:ph type="title" idx="0"/>
          </p:nvPr>
        </p:nvSpPr>
        <p:spPr>
          <a:xfrm xmlns:a="http://schemas.openxmlformats.org/drawingml/2006/main">
            <a:off x="720000" y="445025"/>
            <a:ext cx="7704000" cy="572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2600"/>
              <a:buNone/>
              <a:defRPr/>
            </a:lvl1pPr>
            <a:lvl2pPr>
              <a:spcBef>
                <a:spcPts val="0"/>
              </a:spcBef>
              <a:spcAft>
                <a:spcPts val="0"/>
              </a:spcAft>
              <a:buSzPts val="2600"/>
              <a:buNone/>
              <a:defRPr/>
            </a:lvl2pPr>
            <a:lvl3pPr>
              <a:spcBef>
                <a:spcPts val="0"/>
              </a:spcBef>
              <a:spcAft>
                <a:spcPts val="0"/>
              </a:spcAft>
              <a:buSzPts val="2600"/>
              <a:buNone/>
              <a:defRPr/>
            </a:lvl3pPr>
            <a:lvl4pPr>
              <a:spcBef>
                <a:spcPts val="0"/>
              </a:spcBef>
              <a:spcAft>
                <a:spcPts val="0"/>
              </a:spcAft>
              <a:buSzPts val="2600"/>
              <a:buNone/>
              <a:defRPr/>
            </a:lvl4pPr>
            <a:lvl5pPr>
              <a:spcBef>
                <a:spcPts val="0"/>
              </a:spcBef>
              <a:spcAft>
                <a:spcPts val="0"/>
              </a:spcAft>
              <a:buSzPts val="2600"/>
              <a:buNone/>
              <a:defRPr/>
            </a:lvl5pPr>
            <a:lvl6pPr>
              <a:spcBef>
                <a:spcPts val="0"/>
              </a:spcBef>
              <a:spcAft>
                <a:spcPts val="0"/>
              </a:spcAft>
              <a:buSzPts val="2600"/>
              <a:buNone/>
              <a:defRPr/>
            </a:lvl6pPr>
            <a:lvl7pPr>
              <a:spcBef>
                <a:spcPts val="0"/>
              </a:spcBef>
              <a:spcAft>
                <a:spcPts val="0"/>
              </a:spcAft>
              <a:buSzPts val="2600"/>
              <a:buNone/>
              <a:defRPr/>
            </a:lvl7pPr>
            <a:lvl8pPr>
              <a:spcBef>
                <a:spcPts val="0"/>
              </a:spcBef>
              <a:spcAft>
                <a:spcPts val="0"/>
              </a:spcAft>
              <a:buSzPts val="2600"/>
              <a:buNone/>
              <a:defRPr/>
            </a:lvl8pPr>
            <a:lvl9pPr>
              <a:spcBef>
                <a:spcPts val="0"/>
              </a:spcBef>
              <a:spcAft>
                <a:spcPts val="0"/>
              </a:spcAft>
              <a:buSzPts val="2600"/>
              <a:buNone/>
              <a:defRPr/>
            </a:lvl9pPr>
          </a:lstStyle>
          <a:p xmlns:a="http://schemas.openxmlformats.org/drawingml/2006/main"/>
        </p:txBody>
      </p:sp>
      <p:sp>
        <p:nvSpPr>
          <p:cNvPr id="23" name="Google Shape;23;p4">
            <a:extLst xmlns:a="http://schemas.openxmlformats.org/drawingml/2006/main">
              <a:ext uri="{FF2B5EF4-FFF2-40B4-BE49-F238E27FC236}">
                <a16:creationId xmlns:a16="http://schemas.microsoft.com/office/drawing/2014/main" id="{834CF353-A275-46F6-880D-C45D94101DD8}"/>
              </a:ext>
            </a:extLst>
          </p:cNvPr>
          <p:cNvSpPr>
            <a:spLocks xmlns:a="http://schemas.openxmlformats.org/drawingml/2006/main" noGrp="1"/>
          </p:cNvSpPr>
          <p:nvPr>
            <p:ph type="body" idx="1"/>
          </p:nvPr>
        </p:nvSpPr>
        <p:spPr>
          <a:xfrm xmlns:a="http://schemas.openxmlformats.org/drawingml/2006/main">
            <a:off x="720000" y="1215752"/>
            <a:ext cx="7704000" cy="3416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marL="457200" indent="-304800">
              <a:lnSpc>
                <a:spcPct val="100000"/>
              </a:lnSpc>
              <a:spcBef>
                <a:spcPts val="0"/>
              </a:spcBef>
              <a:spcAft>
                <a:spcPts val="0"/>
              </a:spcAft>
              <a:buSzPts val="1200"/>
              <a:buFont typeface="Nunito Light"/>
              <a:buChar char="●"/>
              <a:defRPr/>
            </a:lvl1pPr>
            <a:lvl2pPr marL="914400" indent="-304800">
              <a:lnSpc>
                <a:spcPct val="100000"/>
              </a:lnSpc>
              <a:spcBef>
                <a:spcPts val="0"/>
              </a:spcBef>
              <a:spcAft>
                <a:spcPts val="0"/>
              </a:spcAft>
              <a:buSzPts val="1200"/>
              <a:buFont typeface="Nunito Light"/>
              <a:buChar char="○"/>
              <a:defRPr/>
            </a:lvl2pPr>
            <a:lvl3pPr marL="1371600" indent="-304800">
              <a:lnSpc>
                <a:spcPct val="100000"/>
              </a:lnSpc>
              <a:spcBef>
                <a:spcPts val="0"/>
              </a:spcBef>
              <a:spcAft>
                <a:spcPts val="0"/>
              </a:spcAft>
              <a:buSzPts val="1200"/>
              <a:buFont typeface="Nunito Light"/>
              <a:buChar char="■"/>
              <a:defRPr/>
            </a:lvl3pPr>
            <a:lvl4pPr marL="1828800" indent="-304800">
              <a:lnSpc>
                <a:spcPct val="100000"/>
              </a:lnSpc>
              <a:spcBef>
                <a:spcPts val="0"/>
              </a:spcBef>
              <a:spcAft>
                <a:spcPts val="0"/>
              </a:spcAft>
              <a:buSzPts val="1200"/>
              <a:buFont typeface="Nunito Light"/>
              <a:buChar char="●"/>
              <a:defRPr/>
            </a:lvl4pPr>
            <a:lvl5pPr marL="2286000" indent="-304800">
              <a:lnSpc>
                <a:spcPct val="100000"/>
              </a:lnSpc>
              <a:spcBef>
                <a:spcPts val="0"/>
              </a:spcBef>
              <a:spcAft>
                <a:spcPts val="0"/>
              </a:spcAft>
              <a:buSzPts val="1200"/>
              <a:buFont typeface="Nunito Light"/>
              <a:buChar char="○"/>
              <a:defRPr/>
            </a:lvl5pPr>
            <a:lvl6pPr marL="2743200" indent="-304800">
              <a:lnSpc>
                <a:spcPct val="100000"/>
              </a:lnSpc>
              <a:spcBef>
                <a:spcPts val="0"/>
              </a:spcBef>
              <a:spcAft>
                <a:spcPts val="0"/>
              </a:spcAft>
              <a:buSzPts val="1200"/>
              <a:buFont typeface="Nunito Light"/>
              <a:buChar char="■"/>
              <a:defRPr/>
            </a:lvl6pPr>
            <a:lvl7pPr marL="3200400" indent="-304800">
              <a:lnSpc>
                <a:spcPct val="100000"/>
              </a:lnSpc>
              <a:spcBef>
                <a:spcPts val="0"/>
              </a:spcBef>
              <a:spcAft>
                <a:spcPts val="0"/>
              </a:spcAft>
              <a:buSzPts val="1200"/>
              <a:buFont typeface="Nunito Light"/>
              <a:buChar char="●"/>
              <a:defRPr/>
            </a:lvl7pPr>
            <a:lvl8pPr marL="3657600" indent="-304800">
              <a:lnSpc>
                <a:spcPct val="100000"/>
              </a:lnSpc>
              <a:spcBef>
                <a:spcPts val="0"/>
              </a:spcBef>
              <a:spcAft>
                <a:spcPts val="0"/>
              </a:spcAft>
              <a:buSzPts val="1200"/>
              <a:buFont typeface="Nunito Light"/>
              <a:buChar char="○"/>
              <a:defRPr/>
            </a:lvl8pPr>
            <a:lvl9pPr marL="4114800" indent="-304800">
              <a:lnSpc>
                <a:spcPct val="100000"/>
              </a:lnSpc>
              <a:spcBef>
                <a:spcPts val="0"/>
              </a:spcBef>
              <a:spcAft>
                <a:spcPts val="0"/>
              </a:spcAft>
              <a:buSzPts val="1200"/>
              <a:buFont typeface="Nunito Light"/>
              <a:buChar char="■"/>
              <a:defRPr/>
            </a:lvl9pPr>
          </a:lstStyle>
          <a:p xmlns:a="http://schemas.openxmlformats.org/drawingml/2006/main"/>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pic>
        <p:nvPicPr>
          <p:cNvPr id="25" name="Google Shape;25;p5">
            <a:extLst xmlns:a="http://schemas.openxmlformats.org/drawingml/2006/main">
              <a:ext uri="{FF2B5EF4-FFF2-40B4-BE49-F238E27FC236}">
                <a16:creationId xmlns:a16="http://schemas.microsoft.com/office/drawing/2014/main" id="{1B24D4A7-8741-4A6D-8496-52D86CBBE6E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ea69a20a60e4909">
            <a:alphaModFix/>
          </a:blip>
          <a:srcRect xmlns:a="http://schemas.openxmlformats.org/drawingml/2006/main" l="10263" t="8059" r="-2890" b="-685"/>
          <a:stretch xmlns:a="http://schemas.openxmlformats.org/drawingml/2006/main"/>
        </p:blipFill>
        <p:spPr>
          <a:xfrm xmlns:a="http://schemas.openxmlformats.org/drawingml/2006/main" rot="10800000">
            <a:off x="-1" y="-1"/>
            <a:ext cx="9144003" cy="5143501"/>
          </a:xfrm>
          <a:prstGeom xmlns:a="http://schemas.openxmlformats.org/drawingml/2006/main" prst="rect">
            <a:avLst/>
          </a:prstGeom>
          <a:ln xmlns:a="http://schemas.openxmlformats.org/drawingml/2006/main">
            <a:noFill/>
          </a:ln>
        </p:spPr>
      </p:pic>
      <p:cxnSp>
        <p:nvCxnSpPr>
          <p:cNvPr id="26" name="Google Shape;26;p5">
            <a:extLst xmlns:a="http://schemas.openxmlformats.org/drawingml/2006/main">
              <a:ext uri="{FF2B5EF4-FFF2-40B4-BE49-F238E27FC236}">
                <a16:creationId xmlns:a16="http://schemas.microsoft.com/office/drawing/2014/main" id="{51119D2F-405C-482E-AE1E-EEDCE182474C}"/>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27" name="Google Shape;27;p5">
            <a:extLst xmlns:a="http://schemas.openxmlformats.org/drawingml/2006/main">
              <a:ext uri="{FF2B5EF4-FFF2-40B4-BE49-F238E27FC236}">
                <a16:creationId xmlns:a16="http://schemas.microsoft.com/office/drawing/2014/main" id="{5F7E76E7-31E9-4363-9C21-26F8F85EB881}"/>
              </a:ext>
            </a:extLst>
          </p:cNvPr>
          <p:cNvSpPr>
            <a:spLocks xmlns:a="http://schemas.openxmlformats.org/drawingml/2006/main" noGrp="1"/>
          </p:cNvSpPr>
          <p:nvPr>
            <p:ph type="title" idx="0"/>
          </p:nvPr>
        </p:nvSpPr>
        <p:spPr>
          <a:xfrm xmlns:a="http://schemas.openxmlformats.org/drawingml/2006/main">
            <a:off x="228600" y="228600"/>
            <a:ext cx="8686800" cy="572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2600"/>
              <a:buNone/>
              <a:defRPr/>
            </a:lvl1pPr>
            <a:lvl2pPr>
              <a:spcBef>
                <a:spcPts val="0"/>
              </a:spcBef>
              <a:spcAft>
                <a:spcPts val="0"/>
              </a:spcAft>
              <a:buSzPts val="2600"/>
              <a:buNone/>
              <a:defRPr/>
            </a:lvl2pPr>
            <a:lvl3pPr>
              <a:spcBef>
                <a:spcPts val="0"/>
              </a:spcBef>
              <a:spcAft>
                <a:spcPts val="0"/>
              </a:spcAft>
              <a:buSzPts val="2600"/>
              <a:buNone/>
              <a:defRPr/>
            </a:lvl3pPr>
            <a:lvl4pPr>
              <a:spcBef>
                <a:spcPts val="0"/>
              </a:spcBef>
              <a:spcAft>
                <a:spcPts val="0"/>
              </a:spcAft>
              <a:buSzPts val="2600"/>
              <a:buNone/>
              <a:defRPr/>
            </a:lvl4pPr>
            <a:lvl5pPr>
              <a:spcBef>
                <a:spcPts val="0"/>
              </a:spcBef>
              <a:spcAft>
                <a:spcPts val="0"/>
              </a:spcAft>
              <a:buSzPts val="2600"/>
              <a:buNone/>
              <a:defRPr/>
            </a:lvl5pPr>
            <a:lvl6pPr>
              <a:spcBef>
                <a:spcPts val="0"/>
              </a:spcBef>
              <a:spcAft>
                <a:spcPts val="0"/>
              </a:spcAft>
              <a:buSzPts val="2600"/>
              <a:buNone/>
              <a:defRPr/>
            </a:lvl6pPr>
            <a:lvl7pPr>
              <a:spcBef>
                <a:spcPts val="0"/>
              </a:spcBef>
              <a:spcAft>
                <a:spcPts val="0"/>
              </a:spcAft>
              <a:buSzPts val="2600"/>
              <a:buNone/>
              <a:defRPr/>
            </a:lvl7pPr>
            <a:lvl8pPr>
              <a:spcBef>
                <a:spcPts val="0"/>
              </a:spcBef>
              <a:spcAft>
                <a:spcPts val="0"/>
              </a:spcAft>
              <a:buSzPts val="2600"/>
              <a:buNone/>
              <a:defRPr/>
            </a:lvl8pPr>
            <a:lvl9pPr>
              <a:spcBef>
                <a:spcPts val="0"/>
              </a:spcBef>
              <a:spcAft>
                <a:spcPts val="0"/>
              </a:spcAft>
              <a:buSzPts val="2600"/>
              <a:buNone/>
              <a:defRPr/>
            </a:lvl9pPr>
          </a:lstStyle>
          <a:p xmlns:a="http://schemas.openxmlformats.org/drawingml/2006/main"/>
        </p:txBody>
      </p:sp>
      <p:sp>
        <p:nvSpPr>
          <p:cNvPr id="28" name="Google Shape;28;p5">
            <a:extLst xmlns:a="http://schemas.openxmlformats.org/drawingml/2006/main">
              <a:ext uri="{FF2B5EF4-FFF2-40B4-BE49-F238E27FC236}">
                <a16:creationId xmlns:a16="http://schemas.microsoft.com/office/drawing/2014/main" id="{372F4D03-12D5-4ACF-83D1-5A1009707282}"/>
              </a:ext>
            </a:extLst>
          </p:cNvPr>
          <p:cNvSpPr>
            <a:spLocks xmlns:a="http://schemas.openxmlformats.org/drawingml/2006/main" noGrp="1"/>
          </p:cNvSpPr>
          <p:nvPr>
            <p:ph type="subTitle" idx="1"/>
          </p:nvPr>
        </p:nvSpPr>
        <p:spPr>
          <a:xfrm xmlns:a="http://schemas.openxmlformats.org/drawingml/2006/main">
            <a:off x="228600" y="3405910"/>
            <a:ext cx="6732900" cy="7389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200"/>
              <a:buNone/>
              <a:defRPr b="0"/>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xmlns:a="http://schemas.openxmlformats.org/drawingml/2006/main"/>
        </p:txBody>
      </p:sp>
      <p:sp>
        <p:nvSpPr>
          <p:cNvPr id="29" name="Google Shape;29;p5">
            <a:extLst xmlns:a="http://schemas.openxmlformats.org/drawingml/2006/main">
              <a:ext uri="{FF2B5EF4-FFF2-40B4-BE49-F238E27FC236}">
                <a16:creationId xmlns:a16="http://schemas.microsoft.com/office/drawing/2014/main" id="{E0506B3A-935D-444C-8067-BA0DF37519EC}"/>
              </a:ext>
            </a:extLst>
          </p:cNvPr>
          <p:cNvSpPr>
            <a:spLocks xmlns:a="http://schemas.openxmlformats.org/drawingml/2006/main" noGrp="1"/>
          </p:cNvSpPr>
          <p:nvPr>
            <p:ph type="subTitle" idx="2"/>
          </p:nvPr>
        </p:nvSpPr>
        <p:spPr>
          <a:xfrm xmlns:a="http://schemas.openxmlformats.org/drawingml/2006/main">
            <a:off x="228600" y="1903486"/>
            <a:ext cx="6732900" cy="7389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200"/>
              <a:buNone/>
              <a:defRPr b="0"/>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xmlns:a="http://schemas.openxmlformats.org/drawingml/2006/main"/>
        </p:txBody>
      </p:sp>
      <p:sp>
        <p:nvSpPr>
          <p:cNvPr id="30" name="Google Shape;30;p5">
            <a:extLst xmlns:a="http://schemas.openxmlformats.org/drawingml/2006/main">
              <a:ext uri="{FF2B5EF4-FFF2-40B4-BE49-F238E27FC236}">
                <a16:creationId xmlns:a16="http://schemas.microsoft.com/office/drawing/2014/main" id="{840781C1-2DB8-44DD-8A61-EEA9C3152719}"/>
              </a:ext>
            </a:extLst>
          </p:cNvPr>
          <p:cNvSpPr>
            <a:spLocks xmlns:a="http://schemas.openxmlformats.org/drawingml/2006/main" noGrp="1"/>
          </p:cNvSpPr>
          <p:nvPr>
            <p:ph type="subTitle" idx="3"/>
          </p:nvPr>
        </p:nvSpPr>
        <p:spPr>
          <a:xfrm xmlns:a="http://schemas.openxmlformats.org/drawingml/2006/main">
            <a:off x="228600" y="1548588"/>
            <a:ext cx="6732900" cy="4311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gn="ctr">
              <a:lnSpc>
                <a:spcPct val="100000"/>
              </a:lnSpc>
              <a:spcBef>
                <a:spcPts val="0"/>
              </a:spcBef>
              <a:spcAft>
                <a:spcPts val="0"/>
              </a:spcAft>
              <a:buSzPts val="2400"/>
              <a:buFont typeface="Hubot Sans"/>
              <a:buNone/>
              <a:defRPr sz="2400" b="1">
                <a:latin typeface="Hubot Sans"/>
                <a:ea typeface="Hubot Sans"/>
                <a:cs typeface="Hubot Sans"/>
              </a:defRPr>
            </a:lvl2pPr>
            <a:lvl3pPr algn="ctr">
              <a:lnSpc>
                <a:spcPct val="100000"/>
              </a:lnSpc>
              <a:spcBef>
                <a:spcPts val="0"/>
              </a:spcBef>
              <a:spcAft>
                <a:spcPts val="0"/>
              </a:spcAft>
              <a:buSzPts val="2400"/>
              <a:buFont typeface="Hubot Sans"/>
              <a:buNone/>
              <a:defRPr sz="2400" b="1">
                <a:latin typeface="Hubot Sans"/>
                <a:ea typeface="Hubot Sans"/>
                <a:cs typeface="Hubot Sans"/>
              </a:defRPr>
            </a:lvl3pPr>
            <a:lvl4pPr algn="ctr">
              <a:lnSpc>
                <a:spcPct val="100000"/>
              </a:lnSpc>
              <a:spcBef>
                <a:spcPts val="0"/>
              </a:spcBef>
              <a:spcAft>
                <a:spcPts val="0"/>
              </a:spcAft>
              <a:buSzPts val="2400"/>
              <a:buFont typeface="Hubot Sans"/>
              <a:buNone/>
              <a:defRPr sz="2400" b="1">
                <a:latin typeface="Hubot Sans"/>
                <a:ea typeface="Hubot Sans"/>
                <a:cs typeface="Hubot Sans"/>
              </a:defRPr>
            </a:lvl4pPr>
            <a:lvl5pPr algn="ctr">
              <a:lnSpc>
                <a:spcPct val="100000"/>
              </a:lnSpc>
              <a:spcBef>
                <a:spcPts val="0"/>
              </a:spcBef>
              <a:spcAft>
                <a:spcPts val="0"/>
              </a:spcAft>
              <a:buSzPts val="2400"/>
              <a:buFont typeface="Hubot Sans"/>
              <a:buNone/>
              <a:defRPr sz="2400" b="1">
                <a:latin typeface="Hubot Sans"/>
                <a:ea typeface="Hubot Sans"/>
                <a:cs typeface="Hubot Sans"/>
              </a:defRPr>
            </a:lvl5pPr>
            <a:lvl6pPr algn="ctr">
              <a:lnSpc>
                <a:spcPct val="100000"/>
              </a:lnSpc>
              <a:spcBef>
                <a:spcPts val="0"/>
              </a:spcBef>
              <a:spcAft>
                <a:spcPts val="0"/>
              </a:spcAft>
              <a:buSzPts val="2400"/>
              <a:buFont typeface="Hubot Sans"/>
              <a:buNone/>
              <a:defRPr sz="2400" b="1">
                <a:latin typeface="Hubot Sans"/>
                <a:ea typeface="Hubot Sans"/>
                <a:cs typeface="Hubot Sans"/>
              </a:defRPr>
            </a:lvl6pPr>
            <a:lvl7pPr algn="ctr">
              <a:lnSpc>
                <a:spcPct val="100000"/>
              </a:lnSpc>
              <a:spcBef>
                <a:spcPts val="0"/>
              </a:spcBef>
              <a:spcAft>
                <a:spcPts val="0"/>
              </a:spcAft>
              <a:buSzPts val="2400"/>
              <a:buFont typeface="Hubot Sans"/>
              <a:buNone/>
              <a:defRPr sz="2400" b="1">
                <a:latin typeface="Hubot Sans"/>
                <a:ea typeface="Hubot Sans"/>
                <a:cs typeface="Hubot Sans"/>
              </a:defRPr>
            </a:lvl7pPr>
            <a:lvl8pPr algn="ctr">
              <a:lnSpc>
                <a:spcPct val="100000"/>
              </a:lnSpc>
              <a:spcBef>
                <a:spcPts val="0"/>
              </a:spcBef>
              <a:spcAft>
                <a:spcPts val="0"/>
              </a:spcAft>
              <a:buSzPts val="2400"/>
              <a:buFont typeface="Hubot Sans"/>
              <a:buNone/>
              <a:defRPr sz="2400" b="1">
                <a:latin typeface="Hubot Sans"/>
                <a:ea typeface="Hubot Sans"/>
                <a:cs typeface="Hubot Sans"/>
              </a:defRPr>
            </a:lvl8pPr>
            <a:lvl9pPr algn="ct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
        <p:nvSpPr>
          <p:cNvPr id="31" name="Google Shape;31;p5">
            <a:extLst xmlns:a="http://schemas.openxmlformats.org/drawingml/2006/main">
              <a:ext uri="{FF2B5EF4-FFF2-40B4-BE49-F238E27FC236}">
                <a16:creationId xmlns:a16="http://schemas.microsoft.com/office/drawing/2014/main" id="{B1E5E826-FA3F-4A8F-8463-1D7C690DDBC8}"/>
              </a:ext>
            </a:extLst>
          </p:cNvPr>
          <p:cNvSpPr>
            <a:spLocks xmlns:a="http://schemas.openxmlformats.org/drawingml/2006/main" noGrp="1"/>
          </p:cNvSpPr>
          <p:nvPr>
            <p:ph type="subTitle" idx="4"/>
          </p:nvPr>
        </p:nvSpPr>
        <p:spPr>
          <a:xfrm xmlns:a="http://schemas.openxmlformats.org/drawingml/2006/main">
            <a:off x="228600" y="3051013"/>
            <a:ext cx="6732900" cy="4311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gn="ctr">
              <a:lnSpc>
                <a:spcPct val="100000"/>
              </a:lnSpc>
              <a:spcBef>
                <a:spcPts val="0"/>
              </a:spcBef>
              <a:spcAft>
                <a:spcPts val="0"/>
              </a:spcAft>
              <a:buSzPts val="2400"/>
              <a:buFont typeface="Hubot Sans"/>
              <a:buNone/>
              <a:defRPr sz="2400" b="1">
                <a:latin typeface="Hubot Sans"/>
                <a:ea typeface="Hubot Sans"/>
                <a:cs typeface="Hubot Sans"/>
              </a:defRPr>
            </a:lvl2pPr>
            <a:lvl3pPr algn="ctr">
              <a:lnSpc>
                <a:spcPct val="100000"/>
              </a:lnSpc>
              <a:spcBef>
                <a:spcPts val="0"/>
              </a:spcBef>
              <a:spcAft>
                <a:spcPts val="0"/>
              </a:spcAft>
              <a:buSzPts val="2400"/>
              <a:buFont typeface="Hubot Sans"/>
              <a:buNone/>
              <a:defRPr sz="2400" b="1">
                <a:latin typeface="Hubot Sans"/>
                <a:ea typeface="Hubot Sans"/>
                <a:cs typeface="Hubot Sans"/>
              </a:defRPr>
            </a:lvl3pPr>
            <a:lvl4pPr algn="ctr">
              <a:lnSpc>
                <a:spcPct val="100000"/>
              </a:lnSpc>
              <a:spcBef>
                <a:spcPts val="0"/>
              </a:spcBef>
              <a:spcAft>
                <a:spcPts val="0"/>
              </a:spcAft>
              <a:buSzPts val="2400"/>
              <a:buFont typeface="Hubot Sans"/>
              <a:buNone/>
              <a:defRPr sz="2400" b="1">
                <a:latin typeface="Hubot Sans"/>
                <a:ea typeface="Hubot Sans"/>
                <a:cs typeface="Hubot Sans"/>
              </a:defRPr>
            </a:lvl4pPr>
            <a:lvl5pPr algn="ctr">
              <a:lnSpc>
                <a:spcPct val="100000"/>
              </a:lnSpc>
              <a:spcBef>
                <a:spcPts val="0"/>
              </a:spcBef>
              <a:spcAft>
                <a:spcPts val="0"/>
              </a:spcAft>
              <a:buSzPts val="2400"/>
              <a:buFont typeface="Hubot Sans"/>
              <a:buNone/>
              <a:defRPr sz="2400" b="1">
                <a:latin typeface="Hubot Sans"/>
                <a:ea typeface="Hubot Sans"/>
                <a:cs typeface="Hubot Sans"/>
              </a:defRPr>
            </a:lvl5pPr>
            <a:lvl6pPr algn="ctr">
              <a:lnSpc>
                <a:spcPct val="100000"/>
              </a:lnSpc>
              <a:spcBef>
                <a:spcPts val="0"/>
              </a:spcBef>
              <a:spcAft>
                <a:spcPts val="0"/>
              </a:spcAft>
              <a:buSzPts val="2400"/>
              <a:buFont typeface="Hubot Sans"/>
              <a:buNone/>
              <a:defRPr sz="2400" b="1">
                <a:latin typeface="Hubot Sans"/>
                <a:ea typeface="Hubot Sans"/>
                <a:cs typeface="Hubot Sans"/>
              </a:defRPr>
            </a:lvl6pPr>
            <a:lvl7pPr algn="ctr">
              <a:lnSpc>
                <a:spcPct val="100000"/>
              </a:lnSpc>
              <a:spcBef>
                <a:spcPts val="0"/>
              </a:spcBef>
              <a:spcAft>
                <a:spcPts val="0"/>
              </a:spcAft>
              <a:buSzPts val="2400"/>
              <a:buFont typeface="Hubot Sans"/>
              <a:buNone/>
              <a:defRPr sz="2400" b="1">
                <a:latin typeface="Hubot Sans"/>
                <a:ea typeface="Hubot Sans"/>
                <a:cs typeface="Hubot Sans"/>
              </a:defRPr>
            </a:lvl7pPr>
            <a:lvl8pPr algn="ctr">
              <a:lnSpc>
                <a:spcPct val="100000"/>
              </a:lnSpc>
              <a:spcBef>
                <a:spcPts val="0"/>
              </a:spcBef>
              <a:spcAft>
                <a:spcPts val="0"/>
              </a:spcAft>
              <a:buSzPts val="2400"/>
              <a:buFont typeface="Hubot Sans"/>
              <a:buNone/>
              <a:defRPr sz="2400" b="1">
                <a:latin typeface="Hubot Sans"/>
                <a:ea typeface="Hubot Sans"/>
                <a:cs typeface="Hubot Sans"/>
              </a:defRPr>
            </a:lvl8pPr>
            <a:lvl9pPr algn="ct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pic>
        <p:nvPicPr>
          <p:cNvPr id="33" name="Google Shape;33;p6">
            <a:extLst xmlns:a="http://schemas.openxmlformats.org/drawingml/2006/main">
              <a:ext uri="{FF2B5EF4-FFF2-40B4-BE49-F238E27FC236}">
                <a16:creationId xmlns:a16="http://schemas.microsoft.com/office/drawing/2014/main" id="{C32153F6-7366-4375-A070-6EE1DA89FD8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a8bac417bde4ab1">
            <a:alphaModFix/>
          </a:blip>
          <a:srcRect xmlns:a="http://schemas.openxmlformats.org/drawingml/2006/main" l="0" t="0" r="0" b="0"/>
          <a:stretch xmlns:a="http://schemas.openxmlformats.org/drawingml/2006/main"/>
        </p:blipFill>
        <p:spPr>
          <a:xfrm xmlns:a="http://schemas.openxmlformats.org/drawingml/2006/main">
            <a:off x="-1" y="-1"/>
            <a:ext cx="9144003" cy="5143501"/>
          </a:xfrm>
          <a:prstGeom xmlns:a="http://schemas.openxmlformats.org/drawingml/2006/main" prst="rect">
            <a:avLst/>
          </a:prstGeom>
          <a:ln xmlns:a="http://schemas.openxmlformats.org/drawingml/2006/main">
            <a:noFill/>
          </a:ln>
        </p:spPr>
      </p:pic>
      <p:sp>
        <p:nvSpPr>
          <p:cNvPr id="34" name="Google Shape;34;p6">
            <a:extLst xmlns:a="http://schemas.openxmlformats.org/drawingml/2006/main">
              <a:ext uri="{FF2B5EF4-FFF2-40B4-BE49-F238E27FC236}">
                <a16:creationId xmlns:a16="http://schemas.microsoft.com/office/drawing/2014/main" id="{B6B5B0FB-ECF5-44FA-9E85-45D3614BDFAA}"/>
              </a:ext>
            </a:extLst>
          </p:cNvPr>
          <p:cNvSpPr>
            <a:spLocks xmlns:a="http://schemas.openxmlformats.org/drawingml/2006/main" noGrp="1"/>
          </p:cNvSpPr>
          <p:nvPr>
            <p:ph type="title" idx="0"/>
          </p:nvPr>
        </p:nvSpPr>
        <p:spPr>
          <a:xfrm xmlns:a="http://schemas.openxmlformats.org/drawingml/2006/main">
            <a:off x="228600" y="228600"/>
            <a:ext cx="8686800" cy="572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spcBef>
                <a:spcPts val="0"/>
              </a:spcBef>
              <a:spcAft>
                <a:spcPts val="0"/>
              </a:spcAft>
              <a:buSzPts val="2600"/>
              <a:buNone/>
              <a:defRPr/>
            </a:lvl1pPr>
            <a:lvl2pPr>
              <a:spcBef>
                <a:spcPts val="0"/>
              </a:spcBef>
              <a:spcAft>
                <a:spcPts val="0"/>
              </a:spcAft>
              <a:buSzPts val="2600"/>
              <a:buNone/>
              <a:defRPr/>
            </a:lvl2pPr>
            <a:lvl3pPr>
              <a:spcBef>
                <a:spcPts val="0"/>
              </a:spcBef>
              <a:spcAft>
                <a:spcPts val="0"/>
              </a:spcAft>
              <a:buSzPts val="2600"/>
              <a:buNone/>
              <a:defRPr/>
            </a:lvl3pPr>
            <a:lvl4pPr>
              <a:spcBef>
                <a:spcPts val="0"/>
              </a:spcBef>
              <a:spcAft>
                <a:spcPts val="0"/>
              </a:spcAft>
              <a:buSzPts val="2600"/>
              <a:buNone/>
              <a:defRPr/>
            </a:lvl4pPr>
            <a:lvl5pPr>
              <a:spcBef>
                <a:spcPts val="0"/>
              </a:spcBef>
              <a:spcAft>
                <a:spcPts val="0"/>
              </a:spcAft>
              <a:buSzPts val="2600"/>
              <a:buNone/>
              <a:defRPr/>
            </a:lvl5pPr>
            <a:lvl6pPr>
              <a:spcBef>
                <a:spcPts val="0"/>
              </a:spcBef>
              <a:spcAft>
                <a:spcPts val="0"/>
              </a:spcAft>
              <a:buSzPts val="2600"/>
              <a:buNone/>
              <a:defRPr/>
            </a:lvl6pPr>
            <a:lvl7pPr>
              <a:spcBef>
                <a:spcPts val="0"/>
              </a:spcBef>
              <a:spcAft>
                <a:spcPts val="0"/>
              </a:spcAft>
              <a:buSzPts val="2600"/>
              <a:buNone/>
              <a:defRPr/>
            </a:lvl7pPr>
            <a:lvl8pPr>
              <a:spcBef>
                <a:spcPts val="0"/>
              </a:spcBef>
              <a:spcAft>
                <a:spcPts val="0"/>
              </a:spcAft>
              <a:buSzPts val="2600"/>
              <a:buNone/>
              <a:defRPr/>
            </a:lvl8pPr>
            <a:lvl9pPr>
              <a:spcBef>
                <a:spcPts val="0"/>
              </a:spcBef>
              <a:spcAft>
                <a:spcPts val="0"/>
              </a:spcAft>
              <a:buSzPts val="2600"/>
              <a:buNone/>
              <a:defRPr/>
            </a:lvl9pPr>
          </a:lstStyle>
          <a:p xmlns:a="http://schemas.openxmlformats.org/drawingml/2006/main"/>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pic>
        <p:nvPicPr>
          <p:cNvPr id="36" name="Google Shape;36;p7">
            <a:extLst xmlns:a="http://schemas.openxmlformats.org/drawingml/2006/main">
              <a:ext uri="{FF2B5EF4-FFF2-40B4-BE49-F238E27FC236}">
                <a16:creationId xmlns:a16="http://schemas.microsoft.com/office/drawing/2014/main" id="{64AD7928-2221-40F6-819F-7FE8C302DB1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de0cbd92ae048aa">
            <a:alphaModFix/>
          </a:blip>
          <a:srcRect xmlns:a="http://schemas.openxmlformats.org/drawingml/2006/main" l="0" t="0" r="0" b="0"/>
          <a:stretch xmlns:a="http://schemas.openxmlformats.org/drawingml/2006/main"/>
        </p:blipFill>
        <p:spPr>
          <a:xfrm xmlns:a="http://schemas.openxmlformats.org/drawingml/2006/main" rot="10800000">
            <a:off x="-1" y="-1"/>
            <a:ext cx="9144003" cy="5143501"/>
          </a:xfrm>
          <a:prstGeom xmlns:a="http://schemas.openxmlformats.org/drawingml/2006/main" prst="rect">
            <a:avLst/>
          </a:prstGeom>
          <a:ln xmlns:a="http://schemas.openxmlformats.org/drawingml/2006/main">
            <a:noFill/>
          </a:ln>
        </p:spPr>
      </p:pic>
      <p:cxnSp>
        <p:nvCxnSpPr>
          <p:cNvPr id="37" name="Google Shape;37;p7">
            <a:extLst xmlns:a="http://schemas.openxmlformats.org/drawingml/2006/main">
              <a:ext uri="{FF2B5EF4-FFF2-40B4-BE49-F238E27FC236}">
                <a16:creationId xmlns:a16="http://schemas.microsoft.com/office/drawing/2014/main" id="{E08EEA8E-CDAA-4F07-A034-847BD1C4A943}"/>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38" name="Google Shape;38;p7">
            <a:extLst xmlns:a="http://schemas.openxmlformats.org/drawingml/2006/main">
              <a:ext uri="{FF2B5EF4-FFF2-40B4-BE49-F238E27FC236}">
                <a16:creationId xmlns:a16="http://schemas.microsoft.com/office/drawing/2014/main" id="{3345FC91-5DAA-43B7-8962-CAE22C85580D}"/>
              </a:ext>
            </a:extLst>
          </p:cNvPr>
          <p:cNvSpPr>
            <a:spLocks xmlns:a="http://schemas.openxmlformats.org/drawingml/2006/main" noGrp="1"/>
          </p:cNvSpPr>
          <p:nvPr>
            <p:ph type="title" idx="0"/>
          </p:nvPr>
        </p:nvSpPr>
        <p:spPr>
          <a:xfrm xmlns:a="http://schemas.openxmlformats.org/drawingml/2006/main">
            <a:off x="228600" y="351025"/>
            <a:ext cx="4936500" cy="14271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2600"/>
              <a:buNone/>
              <a:defRPr/>
            </a:lvl1pPr>
            <a:lvl2pPr>
              <a:spcBef>
                <a:spcPts val="0"/>
              </a:spcBef>
              <a:spcAft>
                <a:spcPts val="0"/>
              </a:spcAft>
              <a:buSzPts val="2600"/>
              <a:buNone/>
              <a:defRPr/>
            </a:lvl2pPr>
            <a:lvl3pPr>
              <a:spcBef>
                <a:spcPts val="0"/>
              </a:spcBef>
              <a:spcAft>
                <a:spcPts val="0"/>
              </a:spcAft>
              <a:buSzPts val="2600"/>
              <a:buNone/>
              <a:defRPr/>
            </a:lvl3pPr>
            <a:lvl4pPr>
              <a:spcBef>
                <a:spcPts val="0"/>
              </a:spcBef>
              <a:spcAft>
                <a:spcPts val="0"/>
              </a:spcAft>
              <a:buSzPts val="2600"/>
              <a:buNone/>
              <a:defRPr/>
            </a:lvl4pPr>
            <a:lvl5pPr>
              <a:spcBef>
                <a:spcPts val="0"/>
              </a:spcBef>
              <a:spcAft>
                <a:spcPts val="0"/>
              </a:spcAft>
              <a:buSzPts val="2600"/>
              <a:buNone/>
              <a:defRPr/>
            </a:lvl5pPr>
            <a:lvl6pPr>
              <a:spcBef>
                <a:spcPts val="0"/>
              </a:spcBef>
              <a:spcAft>
                <a:spcPts val="0"/>
              </a:spcAft>
              <a:buSzPts val="2600"/>
              <a:buNone/>
              <a:defRPr/>
            </a:lvl6pPr>
            <a:lvl7pPr>
              <a:spcBef>
                <a:spcPts val="0"/>
              </a:spcBef>
              <a:spcAft>
                <a:spcPts val="0"/>
              </a:spcAft>
              <a:buSzPts val="2600"/>
              <a:buNone/>
              <a:defRPr/>
            </a:lvl7pPr>
            <a:lvl8pPr>
              <a:spcBef>
                <a:spcPts val="0"/>
              </a:spcBef>
              <a:spcAft>
                <a:spcPts val="0"/>
              </a:spcAft>
              <a:buSzPts val="2600"/>
              <a:buNone/>
              <a:defRPr/>
            </a:lvl8pPr>
            <a:lvl9pPr>
              <a:spcBef>
                <a:spcPts val="0"/>
              </a:spcBef>
              <a:spcAft>
                <a:spcPts val="0"/>
              </a:spcAft>
              <a:buSzPts val="2600"/>
              <a:buNone/>
              <a:defRPr/>
            </a:lvl9pPr>
          </a:lstStyle>
          <a:p xmlns:a="http://schemas.openxmlformats.org/drawingml/2006/main"/>
        </p:txBody>
      </p:sp>
      <p:sp>
        <p:nvSpPr>
          <p:cNvPr id="39" name="Google Shape;39;p7">
            <a:extLst xmlns:a="http://schemas.openxmlformats.org/drawingml/2006/main">
              <a:ext uri="{FF2B5EF4-FFF2-40B4-BE49-F238E27FC236}">
                <a16:creationId xmlns:a16="http://schemas.microsoft.com/office/drawing/2014/main" id="{22F7511E-E318-4A62-BC48-10EB2273CF61}"/>
              </a:ext>
            </a:extLst>
          </p:cNvPr>
          <p:cNvSpPr>
            <a:spLocks xmlns:a="http://schemas.openxmlformats.org/drawingml/2006/main" noGrp="1"/>
          </p:cNvSpPr>
          <p:nvPr>
            <p:ph type="subTitle" idx="1"/>
          </p:nvPr>
        </p:nvSpPr>
        <p:spPr>
          <a:xfrm xmlns:a="http://schemas.openxmlformats.org/drawingml/2006/main">
            <a:off x="228600" y="1778100"/>
            <a:ext cx="4936500" cy="21600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200"/>
              <a:buFont typeface="Nunito Light"/>
              <a:buChar char="●"/>
              <a:defRPr/>
            </a:lvl1pPr>
            <a:lvl2pPr algn="ctr">
              <a:lnSpc>
                <a:spcPct val="100000"/>
              </a:lnSpc>
              <a:spcBef>
                <a:spcPts val="0"/>
              </a:spcBef>
              <a:spcAft>
                <a:spcPts val="0"/>
              </a:spcAft>
              <a:buClr>
                <a:srgbClr val="E76A28"/>
              </a:buClr>
              <a:buSzPts val="1200"/>
              <a:buFont typeface="Nunito Light"/>
              <a:buChar char="○"/>
              <a:defRPr/>
            </a:lvl2pPr>
            <a:lvl3pPr algn="ctr">
              <a:lnSpc>
                <a:spcPct val="100000"/>
              </a:lnSpc>
              <a:spcBef>
                <a:spcPts val="0"/>
              </a:spcBef>
              <a:spcAft>
                <a:spcPts val="0"/>
              </a:spcAft>
              <a:buClr>
                <a:srgbClr val="E76A28"/>
              </a:buClr>
              <a:buSzPts val="1200"/>
              <a:buFont typeface="Nunito Light"/>
              <a:buChar char="■"/>
              <a:defRPr/>
            </a:lvl3pPr>
            <a:lvl4pPr algn="ctr">
              <a:lnSpc>
                <a:spcPct val="100000"/>
              </a:lnSpc>
              <a:spcBef>
                <a:spcPts val="0"/>
              </a:spcBef>
              <a:spcAft>
                <a:spcPts val="0"/>
              </a:spcAft>
              <a:buClr>
                <a:srgbClr val="E76A28"/>
              </a:buClr>
              <a:buSzPts val="1200"/>
              <a:buFont typeface="Nunito Light"/>
              <a:buChar char="●"/>
              <a:defRPr/>
            </a:lvl4pPr>
            <a:lvl5pPr algn="ctr">
              <a:lnSpc>
                <a:spcPct val="100000"/>
              </a:lnSpc>
              <a:spcBef>
                <a:spcPts val="0"/>
              </a:spcBef>
              <a:spcAft>
                <a:spcPts val="0"/>
              </a:spcAft>
              <a:buClr>
                <a:srgbClr val="E76A28"/>
              </a:buClr>
              <a:buSzPts val="1200"/>
              <a:buFont typeface="Nunito Light"/>
              <a:buChar char="○"/>
              <a:defRPr/>
            </a:lvl5pPr>
            <a:lvl6pPr algn="ctr">
              <a:lnSpc>
                <a:spcPct val="100000"/>
              </a:lnSpc>
              <a:spcBef>
                <a:spcPts val="0"/>
              </a:spcBef>
              <a:spcAft>
                <a:spcPts val="0"/>
              </a:spcAft>
              <a:buClr>
                <a:srgbClr val="999999"/>
              </a:buClr>
              <a:buSzPts val="1200"/>
              <a:buFont typeface="Nunito Light"/>
              <a:buChar char="■"/>
              <a:defRPr/>
            </a:lvl6pPr>
            <a:lvl7pPr algn="ctr">
              <a:lnSpc>
                <a:spcPct val="100000"/>
              </a:lnSpc>
              <a:spcBef>
                <a:spcPts val="0"/>
              </a:spcBef>
              <a:spcAft>
                <a:spcPts val="0"/>
              </a:spcAft>
              <a:buClr>
                <a:srgbClr val="999999"/>
              </a:buClr>
              <a:buSzPts val="1200"/>
              <a:buFont typeface="Nunito Light"/>
              <a:buChar char="●"/>
              <a:defRPr/>
            </a:lvl7pPr>
            <a:lvl8pPr algn="ctr">
              <a:lnSpc>
                <a:spcPct val="100000"/>
              </a:lnSpc>
              <a:spcBef>
                <a:spcPts val="0"/>
              </a:spcBef>
              <a:spcAft>
                <a:spcPts val="0"/>
              </a:spcAft>
              <a:buClr>
                <a:srgbClr val="999999"/>
              </a:buClr>
              <a:buSzPts val="1200"/>
              <a:buFont typeface="Nunito Light"/>
              <a:buChar char="○"/>
              <a:defRPr/>
            </a:lvl8pPr>
            <a:lvl9pPr algn="ctr">
              <a:lnSpc>
                <a:spcPct val="100000"/>
              </a:lnSpc>
              <a:spcBef>
                <a:spcPts val="0"/>
              </a:spcBef>
              <a:spcAft>
                <a:spcPts val="0"/>
              </a:spcAft>
              <a:buClr>
                <a:srgbClr val="999999"/>
              </a:buClr>
              <a:buSzPts val="1200"/>
              <a:buFont typeface="Nunito Light"/>
              <a:buChar char="■"/>
              <a:defRPr/>
            </a:lvl9pPr>
          </a:lstStyle>
          <a:p xmlns:a="http://schemas.openxmlformats.org/drawingml/2006/main"/>
        </p:txBody>
      </p:sp>
      <p:sp>
        <p:nvSpPr>
          <p:cNvPr id="40" name="Google Shape;40;p7">
            <a:extLst xmlns:a="http://schemas.openxmlformats.org/drawingml/2006/main">
              <a:ext uri="{FF2B5EF4-FFF2-40B4-BE49-F238E27FC236}">
                <a16:creationId xmlns:a16="http://schemas.microsoft.com/office/drawing/2014/main" id="{157B3A0A-F7BC-4DB3-9E5E-6A8A50D14B27}"/>
              </a:ext>
            </a:extLst>
          </p:cNvPr>
          <p:cNvSpPr>
            <a:spLocks xmlns:a="http://schemas.openxmlformats.org/drawingml/2006/main" noGrp="1"/>
          </p:cNvSpPr>
          <p:nvPr>
            <p:ph type="pic" idx="2"/>
          </p:nvPr>
        </p:nvSpPr>
        <p:spPr>
          <a:xfrm xmlns:a="http://schemas.openxmlformats.org/drawingml/2006/main">
            <a:off x="5473200" y="228600"/>
            <a:ext cx="3442200" cy="4663500"/>
          </a:xfrm>
          <a:prstGeom xmlns:a="http://schemas.openxmlformats.org/drawingml/2006/main" prst="roundRect">
            <a:avLst>
              <a:gd name="adj" fmla="val 16667"/>
            </a:avLst>
          </a:prstGeom>
          <a:noFill xmlns:a="http://schemas.openxmlformats.org/drawingml/2006/main"/>
          <a:ln xmlns:a="http://schemas.openxmlformats.org/drawingml/2006/main" w="19050" cap="flat" cmpd="sng">
            <a:solidFill>
              <a:schemeClr val="dk2"/>
            </a:solidFill>
            <a:prstDash val="solid"/>
            <a:round/>
            <a:headEnd type="none" w="sm" len="sm"/>
            <a:tailEnd type="none" w="sm" len="sm"/>
          </a:ln>
        </p:spPr>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pic>
        <p:nvPicPr>
          <p:cNvPr id="42" name="Google Shape;42;p8">
            <a:extLst xmlns:a="http://schemas.openxmlformats.org/drawingml/2006/main">
              <a:ext uri="{FF2B5EF4-FFF2-40B4-BE49-F238E27FC236}">
                <a16:creationId xmlns:a16="http://schemas.microsoft.com/office/drawing/2014/main" id="{0F1716F8-AF13-4A2C-8068-A14BD16639A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57ad391bcf84fb4">
            <a:alphaModFix/>
          </a:blip>
          <a:srcRect xmlns:a="http://schemas.openxmlformats.org/drawingml/2006/main" l="0" t="0" r="0" b="0"/>
          <a:stretch xmlns:a="http://schemas.openxmlformats.org/drawingml/2006/main"/>
        </p:blipFill>
        <p:spPr>
          <a:xfrm xmlns:a="http://schemas.openxmlformats.org/drawingml/2006/main">
            <a:off x="-1" y="-1"/>
            <a:ext cx="9144003" cy="5143501"/>
          </a:xfrm>
          <a:prstGeom xmlns:a="http://schemas.openxmlformats.org/drawingml/2006/main" prst="rect">
            <a:avLst/>
          </a:prstGeom>
          <a:ln xmlns:a="http://schemas.openxmlformats.org/drawingml/2006/main">
            <a:noFill/>
          </a:ln>
        </p:spPr>
      </p:pic>
      <p:cxnSp>
        <p:nvCxnSpPr>
          <p:cNvPr id="43" name="Google Shape;43;p8">
            <a:extLst xmlns:a="http://schemas.openxmlformats.org/drawingml/2006/main">
              <a:ext uri="{FF2B5EF4-FFF2-40B4-BE49-F238E27FC236}">
                <a16:creationId xmlns:a16="http://schemas.microsoft.com/office/drawing/2014/main" id="{0A8822E2-D8CC-480A-B3F2-AB0D11FAC556}"/>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44" name="Google Shape;44;p8">
            <a:extLst xmlns:a="http://schemas.openxmlformats.org/drawingml/2006/main">
              <a:ext uri="{FF2B5EF4-FFF2-40B4-BE49-F238E27FC236}">
                <a16:creationId xmlns:a16="http://schemas.microsoft.com/office/drawing/2014/main" id="{7348B483-8A57-4623-A444-AB8A17DA48DD}"/>
              </a:ext>
            </a:extLst>
          </p:cNvPr>
          <p:cNvSpPr>
            <a:spLocks xmlns:a="http://schemas.openxmlformats.org/drawingml/2006/main" noGrp="1"/>
          </p:cNvSpPr>
          <p:nvPr>
            <p:ph type="title" idx="0"/>
          </p:nvPr>
        </p:nvSpPr>
        <p:spPr>
          <a:xfrm xmlns:a="http://schemas.openxmlformats.org/drawingml/2006/main">
            <a:off x="2317950" y="1307100"/>
            <a:ext cx="4508100" cy="25293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lgn="ctr">
              <a:lnSpc>
                <a:spcPct val="80000"/>
              </a:lnSpc>
              <a:spcBef>
                <a:spcPts val="0"/>
              </a:spcBef>
              <a:spcAft>
                <a:spcPts val="0"/>
              </a:spcAft>
              <a:buSzPts val="6000"/>
              <a:buNone/>
              <a:defRPr sz="60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pic>
        <p:nvPicPr>
          <p:cNvPr id="46" name="Google Shape;46;p9">
            <a:extLst xmlns:a="http://schemas.openxmlformats.org/drawingml/2006/main">
              <a:ext uri="{FF2B5EF4-FFF2-40B4-BE49-F238E27FC236}">
                <a16:creationId xmlns:a16="http://schemas.microsoft.com/office/drawing/2014/main" id="{7760D7F4-4DC3-4DA9-865F-47D32184BDF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8fe8976370a42aa">
            <a:alphaModFix/>
          </a:blip>
          <a:srcRect xmlns:a="http://schemas.openxmlformats.org/drawingml/2006/main" l="0" t="0" r="0" b="0"/>
          <a:stretch xmlns:a="http://schemas.openxmlformats.org/drawingml/2006/main"/>
        </p:blipFill>
        <p:spPr>
          <a:xfrm xmlns:a="http://schemas.openxmlformats.org/drawingml/2006/main">
            <a:off x="-1" y="-1"/>
            <a:ext cx="9144003" cy="5143501"/>
          </a:xfrm>
          <a:prstGeom xmlns:a="http://schemas.openxmlformats.org/drawingml/2006/main" prst="rect">
            <a:avLst/>
          </a:prstGeom>
          <a:ln xmlns:a="http://schemas.openxmlformats.org/drawingml/2006/main">
            <a:noFill/>
          </a:ln>
        </p:spPr>
      </p:pic>
      <p:cxnSp>
        <p:nvCxnSpPr>
          <p:cNvPr id="47" name="Google Shape;47;p9">
            <a:extLst xmlns:a="http://schemas.openxmlformats.org/drawingml/2006/main">
              <a:ext uri="{FF2B5EF4-FFF2-40B4-BE49-F238E27FC236}">
                <a16:creationId xmlns:a16="http://schemas.microsoft.com/office/drawing/2014/main" id="{EEC2DB45-A947-465B-B2BC-B7BBF7900A32}"/>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48" name="Google Shape;48;p9">
            <a:extLst xmlns:a="http://schemas.openxmlformats.org/drawingml/2006/main">
              <a:ext uri="{FF2B5EF4-FFF2-40B4-BE49-F238E27FC236}">
                <a16:creationId xmlns:a16="http://schemas.microsoft.com/office/drawing/2014/main" id="{3103E875-9E8A-4379-9507-A9CD0000DA87}"/>
              </a:ext>
            </a:extLst>
          </p:cNvPr>
          <p:cNvSpPr>
            <a:spLocks xmlns:a="http://schemas.openxmlformats.org/drawingml/2006/main" noGrp="1"/>
          </p:cNvSpPr>
          <p:nvPr>
            <p:ph type="title" idx="0"/>
          </p:nvPr>
        </p:nvSpPr>
        <p:spPr>
          <a:xfrm xmlns:a="http://schemas.openxmlformats.org/drawingml/2006/main">
            <a:off x="2135550" y="1189100"/>
            <a:ext cx="4872900" cy="19644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spcBef>
                <a:spcPts val="0"/>
              </a:spcBef>
              <a:spcAft>
                <a:spcPts val="0"/>
              </a:spcAft>
              <a:buSzPts val="6000"/>
              <a:buNone/>
              <a:defRPr sz="6000"/>
            </a:lvl1pPr>
            <a:lvl2pPr algn="ctr">
              <a:spcBef>
                <a:spcPts val="0"/>
              </a:spcBef>
              <a:spcAft>
                <a:spcPts val="0"/>
              </a:spcAft>
              <a:buSzPts val="2600"/>
              <a:buNone/>
              <a:defRPr/>
            </a:lvl2pPr>
            <a:lvl3pPr algn="ctr">
              <a:spcBef>
                <a:spcPts val="0"/>
              </a:spcBef>
              <a:spcAft>
                <a:spcPts val="0"/>
              </a:spcAft>
              <a:buSzPts val="2600"/>
              <a:buNone/>
              <a:defRPr/>
            </a:lvl3pPr>
            <a:lvl4pPr algn="ctr">
              <a:spcBef>
                <a:spcPts val="0"/>
              </a:spcBef>
              <a:spcAft>
                <a:spcPts val="0"/>
              </a:spcAft>
              <a:buSzPts val="2600"/>
              <a:buNone/>
              <a:defRPr/>
            </a:lvl4pPr>
            <a:lvl5pPr algn="ctr">
              <a:spcBef>
                <a:spcPts val="0"/>
              </a:spcBef>
              <a:spcAft>
                <a:spcPts val="0"/>
              </a:spcAft>
              <a:buSzPts val="2600"/>
              <a:buNone/>
              <a:defRPr/>
            </a:lvl5pPr>
            <a:lvl6pPr algn="ctr">
              <a:spcBef>
                <a:spcPts val="0"/>
              </a:spcBef>
              <a:spcAft>
                <a:spcPts val="0"/>
              </a:spcAft>
              <a:buSzPts val="2600"/>
              <a:buNone/>
              <a:defRPr/>
            </a:lvl6pPr>
            <a:lvl7pPr algn="ctr">
              <a:spcBef>
                <a:spcPts val="0"/>
              </a:spcBef>
              <a:spcAft>
                <a:spcPts val="0"/>
              </a:spcAft>
              <a:buSzPts val="2600"/>
              <a:buNone/>
              <a:defRPr/>
            </a:lvl7pPr>
            <a:lvl8pPr algn="ctr">
              <a:spcBef>
                <a:spcPts val="0"/>
              </a:spcBef>
              <a:spcAft>
                <a:spcPts val="0"/>
              </a:spcAft>
              <a:buSzPts val="2600"/>
              <a:buNone/>
              <a:defRPr/>
            </a:lvl8pPr>
            <a:lvl9pPr algn="ctr">
              <a:spcBef>
                <a:spcPts val="0"/>
              </a:spcBef>
              <a:spcAft>
                <a:spcPts val="0"/>
              </a:spcAft>
              <a:buSzPts val="2600"/>
              <a:buNone/>
              <a:defRPr/>
            </a:lvl9pPr>
          </a:lstStyle>
          <a:p xmlns:a="http://schemas.openxmlformats.org/drawingml/2006/main"/>
        </p:txBody>
      </p:sp>
      <p:sp>
        <p:nvSpPr>
          <p:cNvPr id="49" name="Google Shape;49;p9">
            <a:extLst xmlns:a="http://schemas.openxmlformats.org/drawingml/2006/main">
              <a:ext uri="{FF2B5EF4-FFF2-40B4-BE49-F238E27FC236}">
                <a16:creationId xmlns:a16="http://schemas.microsoft.com/office/drawing/2014/main" id="{C90CDDE8-BD95-4DD7-95B6-A63A571650C6}"/>
              </a:ext>
            </a:extLst>
          </p:cNvPr>
          <p:cNvSpPr>
            <a:spLocks xmlns:a="http://schemas.openxmlformats.org/drawingml/2006/main" noGrp="1"/>
          </p:cNvSpPr>
          <p:nvPr>
            <p:ph type="subTitle" idx="1"/>
          </p:nvPr>
        </p:nvSpPr>
        <p:spPr>
          <a:xfrm xmlns:a="http://schemas.openxmlformats.org/drawingml/2006/main">
            <a:off x="2135550" y="3153500"/>
            <a:ext cx="4872900" cy="6711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0"/>
              </a:spcBef>
              <a:spcAft>
                <a:spcPts val="0"/>
              </a:spcAft>
              <a:buSzPts val="1200"/>
              <a:buNone/>
              <a:defRPr sz="1600"/>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xmlns:a="http://schemas.openxmlformats.org/drawingml/2006/main"/>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51" name="Google Shape;51;p10">
            <a:extLst xmlns:a="http://schemas.openxmlformats.org/drawingml/2006/main">
              <a:ext uri="{FF2B5EF4-FFF2-40B4-BE49-F238E27FC236}">
                <a16:creationId xmlns:a16="http://schemas.microsoft.com/office/drawing/2014/main" id="{CC6C5A40-FE2F-431F-8FE1-C8D195F7DBD4}"/>
              </a:ext>
            </a:extLst>
          </p:cNvPr>
          <p:cNvSpPr>
            <a:spLocks xmlns:a="http://schemas.openxmlformats.org/drawingml/2006/main" noGrp="1"/>
          </p:cNvSpPr>
          <p:nvPr>
            <p:ph type="pic" idx="2"/>
          </p:nvPr>
        </p:nvSpPr>
        <p:spPr>
          <a:xfrm xmlns:a="http://schemas.openxmlformats.org/drawingml/2006/main">
            <a:off x="0" y="0"/>
            <a:ext cx="9144000" cy="5143500"/>
          </a:xfrm>
          <a:prstGeom xmlns:a="http://schemas.openxmlformats.org/drawingml/2006/main" prst="rect">
            <a:avLst/>
          </a:prstGeom>
          <a:noFill xmlns:a="http://schemas.openxmlformats.org/drawingml/2006/main"/>
          <a:ln xmlns:a="http://schemas.openxmlformats.org/drawingml/2006/main">
            <a:noFill/>
          </a:ln>
        </p:spPr>
      </p:sp>
      <p:sp>
        <p:nvSpPr>
          <p:cNvPr id="52" name="Google Shape;52;p10">
            <a:extLst xmlns:a="http://schemas.openxmlformats.org/drawingml/2006/main">
              <a:ext uri="{FF2B5EF4-FFF2-40B4-BE49-F238E27FC236}">
                <a16:creationId xmlns:a16="http://schemas.microsoft.com/office/drawing/2014/main" id="{666184EF-753A-4BD5-8168-73346E566416}"/>
              </a:ext>
            </a:extLst>
          </p:cNvPr>
          <p:cNvSpPr>
            <a:spLocks xmlns:a="http://schemas.openxmlformats.org/drawingml/2006/main" noGrp="1"/>
          </p:cNvSpPr>
          <p:nvPr>
            <p:ph type="title" idx="0"/>
          </p:nvPr>
        </p:nvSpPr>
        <p:spPr>
          <a:xfrm xmlns:a="http://schemas.openxmlformats.org/drawingml/2006/main">
            <a:off x="720000" y="4014450"/>
            <a:ext cx="7704000" cy="572700"/>
          </a:xfrm>
          <a:prstGeom xmlns:a="http://schemas.openxmlformats.org/drawingml/2006/main" prst="rect">
            <a:avLst/>
          </a:prstGeom>
          <a:solidFill xmlns:a="http://schemas.openxmlformats.org/drawingml/2006/main">
            <a:schemeClr val="dk1"/>
          </a:solidFill>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lt1"/>
              </a:buClr>
              <a:buSzPts val="1800"/>
              <a:buNone/>
              <a:defRPr sz="1800">
                <a:solidFill>
                  <a:schemeClr val="lt1"/>
                </a:solidFill>
              </a:defRPr>
            </a:lvl1pPr>
            <a:lvl2pPr algn="ctr">
              <a:spcBef>
                <a:spcPts val="0"/>
              </a:spcBef>
              <a:spcAft>
                <a:spcPts val="0"/>
              </a:spcAft>
              <a:buClr>
                <a:schemeClr val="lt1"/>
              </a:buClr>
              <a:buSzPts val="1800"/>
              <a:buNone/>
              <a:defRPr sz="1800">
                <a:solidFill>
                  <a:schemeClr val="lt1"/>
                </a:solidFill>
              </a:defRPr>
            </a:lvl2pPr>
            <a:lvl3pPr algn="ctr">
              <a:spcBef>
                <a:spcPts val="0"/>
              </a:spcBef>
              <a:spcAft>
                <a:spcPts val="0"/>
              </a:spcAft>
              <a:buClr>
                <a:schemeClr val="lt1"/>
              </a:buClr>
              <a:buSzPts val="1800"/>
              <a:buNone/>
              <a:defRPr sz="1800">
                <a:solidFill>
                  <a:schemeClr val="lt1"/>
                </a:solidFill>
              </a:defRPr>
            </a:lvl3pPr>
            <a:lvl4pPr algn="ctr">
              <a:spcBef>
                <a:spcPts val="0"/>
              </a:spcBef>
              <a:spcAft>
                <a:spcPts val="0"/>
              </a:spcAft>
              <a:buClr>
                <a:schemeClr val="lt1"/>
              </a:buClr>
              <a:buSzPts val="1800"/>
              <a:buNone/>
              <a:defRPr sz="1800">
                <a:solidFill>
                  <a:schemeClr val="lt1"/>
                </a:solidFill>
              </a:defRPr>
            </a:lvl4pPr>
            <a:lvl5pPr algn="ctr">
              <a:spcBef>
                <a:spcPts val="0"/>
              </a:spcBef>
              <a:spcAft>
                <a:spcPts val="0"/>
              </a:spcAft>
              <a:buClr>
                <a:schemeClr val="lt1"/>
              </a:buClr>
              <a:buSzPts val="1800"/>
              <a:buNone/>
              <a:defRPr sz="1800">
                <a:solidFill>
                  <a:schemeClr val="lt1"/>
                </a:solidFill>
              </a:defRPr>
            </a:lvl5pPr>
            <a:lvl6pPr algn="ctr">
              <a:spcBef>
                <a:spcPts val="0"/>
              </a:spcBef>
              <a:spcAft>
                <a:spcPts val="0"/>
              </a:spcAft>
              <a:buClr>
                <a:schemeClr val="lt1"/>
              </a:buClr>
              <a:buSzPts val="1800"/>
              <a:buNone/>
              <a:defRPr sz="1800">
                <a:solidFill>
                  <a:schemeClr val="lt1"/>
                </a:solidFill>
              </a:defRPr>
            </a:lvl6pPr>
            <a:lvl7pPr algn="ctr">
              <a:spcBef>
                <a:spcPts val="0"/>
              </a:spcBef>
              <a:spcAft>
                <a:spcPts val="0"/>
              </a:spcAft>
              <a:buClr>
                <a:schemeClr val="lt1"/>
              </a:buClr>
              <a:buSzPts val="1800"/>
              <a:buNone/>
              <a:defRPr sz="1800">
                <a:solidFill>
                  <a:schemeClr val="lt1"/>
                </a:solidFill>
              </a:defRPr>
            </a:lvl7pPr>
            <a:lvl8pPr algn="ctr">
              <a:spcBef>
                <a:spcPts val="0"/>
              </a:spcBef>
              <a:spcAft>
                <a:spcPts val="0"/>
              </a:spcAft>
              <a:buClr>
                <a:schemeClr val="lt1"/>
              </a:buClr>
              <a:buSzPts val="1800"/>
              <a:buNone/>
              <a:defRPr sz="1800">
                <a:solidFill>
                  <a:schemeClr val="lt1"/>
                </a:solidFill>
              </a:defRPr>
            </a:lvl8pPr>
            <a:lvl9pPr algn="ctr">
              <a:spcBef>
                <a:spcPts val="0"/>
              </a:spcBef>
              <a:spcAft>
                <a:spcPts val="0"/>
              </a:spcAft>
              <a:buClr>
                <a:schemeClr val="lt1"/>
              </a:buClr>
              <a:buSzPts val="1800"/>
              <a:buNone/>
              <a:defRPr sz="1800">
                <a:solidFill>
                  <a:schemeClr val="lt1"/>
                </a:solidFill>
              </a:defRPr>
            </a:lvl9pPr>
          </a:lstStyle>
          <a:p xmlns:a="http://schemas.openxmlformats.org/drawingml/2006/main"/>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pic>
        <p:nvPicPr>
          <p:cNvPr id="54" name="Google Shape;54;p11">
            <a:extLst xmlns:a="http://schemas.openxmlformats.org/drawingml/2006/main">
              <a:ext uri="{FF2B5EF4-FFF2-40B4-BE49-F238E27FC236}">
                <a16:creationId xmlns:a16="http://schemas.microsoft.com/office/drawing/2014/main" id="{9E28B73E-24F8-4F78-938A-CA05C5B445E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84a1556ece648ab">
            <a:alphaModFix/>
          </a:blip>
          <a:srcRect xmlns:a="http://schemas.openxmlformats.org/drawingml/2006/main" l="0" t="0" r="0" b="0"/>
          <a:stretch xmlns:a="http://schemas.openxmlformats.org/drawingml/2006/main"/>
        </p:blipFill>
        <p:spPr>
          <a:xfrm xmlns:a="http://schemas.openxmlformats.org/drawingml/2006/main" flipH="1">
            <a:off x="-1" y="-1"/>
            <a:ext cx="9144003" cy="5143501"/>
          </a:xfrm>
          <a:prstGeom xmlns:a="http://schemas.openxmlformats.org/drawingml/2006/main" prst="rect">
            <a:avLst/>
          </a:prstGeom>
          <a:ln xmlns:a="http://schemas.openxmlformats.org/drawingml/2006/main">
            <a:noFill/>
          </a:ln>
        </p:spPr>
      </p:pic>
      <p:cxnSp>
        <p:nvCxnSpPr>
          <p:cNvPr id="55" name="Google Shape;55;p11">
            <a:extLst xmlns:a="http://schemas.openxmlformats.org/drawingml/2006/main">
              <a:ext uri="{FF2B5EF4-FFF2-40B4-BE49-F238E27FC236}">
                <a16:creationId xmlns:a16="http://schemas.microsoft.com/office/drawing/2014/main" id="{FF6441F2-53FD-4F62-96FE-03F7489E5859}"/>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56" name="Google Shape;56;p11">
            <a:extLst xmlns:a="http://schemas.openxmlformats.org/drawingml/2006/main">
              <a:ext uri="{FF2B5EF4-FFF2-40B4-BE49-F238E27FC236}">
                <a16:creationId xmlns:a16="http://schemas.microsoft.com/office/drawing/2014/main" id="{8E24560D-457E-4675-AFB4-554051F35C5E}"/>
              </a:ext>
            </a:extLst>
          </p:cNvPr>
          <p:cNvSpPr>
            <a:spLocks xmlns:a="http://schemas.openxmlformats.org/drawingml/2006/main" noGrp="1"/>
          </p:cNvSpPr>
          <p:nvPr>
            <p:ph type="title" idx="0" hasCustomPrompt="1"/>
          </p:nvPr>
        </p:nvSpPr>
        <p:spPr>
          <a:xfrm xmlns:a="http://schemas.openxmlformats.org/drawingml/2006/main">
            <a:off x="1284000" y="1288150"/>
            <a:ext cx="6576000" cy="15267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spcBef>
                <a:spcPts val="0"/>
              </a:spcBef>
              <a:spcAft>
                <a:spcPts val="0"/>
              </a:spcAft>
              <a:buSzPts val="9600"/>
              <a:buNone/>
              <a:defRPr sz="6000"/>
            </a:lvl1pPr>
            <a:lvl2pPr algn="ctr">
              <a:spcBef>
                <a:spcPts val="0"/>
              </a:spcBef>
              <a:spcAft>
                <a:spcPts val="0"/>
              </a:spcAft>
              <a:buSzPts val="9600"/>
              <a:buNone/>
              <a:defRPr sz="9600"/>
            </a:lvl2pPr>
            <a:lvl3pPr algn="ctr">
              <a:spcBef>
                <a:spcPts val="0"/>
              </a:spcBef>
              <a:spcAft>
                <a:spcPts val="0"/>
              </a:spcAft>
              <a:buSzPts val="9600"/>
              <a:buNone/>
              <a:defRPr sz="9600"/>
            </a:lvl3pPr>
            <a:lvl4pPr algn="ctr">
              <a:spcBef>
                <a:spcPts val="0"/>
              </a:spcBef>
              <a:spcAft>
                <a:spcPts val="0"/>
              </a:spcAft>
              <a:buSzPts val="9600"/>
              <a:buNone/>
              <a:defRPr sz="9600"/>
            </a:lvl4pPr>
            <a:lvl5pPr algn="ctr">
              <a:spcBef>
                <a:spcPts val="0"/>
              </a:spcBef>
              <a:spcAft>
                <a:spcPts val="0"/>
              </a:spcAft>
              <a:buSzPts val="9600"/>
              <a:buNone/>
              <a:defRPr sz="9600"/>
            </a:lvl5pPr>
            <a:lvl6pPr algn="ctr">
              <a:spcBef>
                <a:spcPts val="0"/>
              </a:spcBef>
              <a:spcAft>
                <a:spcPts val="0"/>
              </a:spcAft>
              <a:buSzPts val="9600"/>
              <a:buNone/>
              <a:defRPr sz="9600"/>
            </a:lvl6pPr>
            <a:lvl7pPr algn="ctr">
              <a:spcBef>
                <a:spcPts val="0"/>
              </a:spcBef>
              <a:spcAft>
                <a:spcPts val="0"/>
              </a:spcAft>
              <a:buSzPts val="9600"/>
              <a:buNone/>
              <a:defRPr sz="9600"/>
            </a:lvl7pPr>
            <a:lvl8pPr algn="ctr">
              <a:spcBef>
                <a:spcPts val="0"/>
              </a:spcBef>
              <a:spcAft>
                <a:spcPts val="0"/>
              </a:spcAft>
              <a:buSzPts val="9600"/>
              <a:buNone/>
              <a:defRPr sz="9600"/>
            </a:lvl8pPr>
            <a:lvl9pPr algn="ctr">
              <a:spcBef>
                <a:spcPts val="0"/>
              </a:spcBef>
              <a:spcAft>
                <a:spcPts val="0"/>
              </a:spcAft>
              <a:buSzPts val="9600"/>
              <a:buNone/>
              <a:defRPr sz="9600"/>
            </a:lvl9pPr>
          </a:lstStyle>
          <a:p xmlns:a="http://schemas.openxmlformats.org/drawingml/2006/main">
            <a:r>
              <a:t>xx%</a:t>
            </a:r>
          </a:p>
        </p:txBody>
      </p:sp>
      <p:sp>
        <p:nvSpPr>
          <p:cNvPr id="57" name="Google Shape;57;p11">
            <a:extLst xmlns:a="http://schemas.openxmlformats.org/drawingml/2006/main">
              <a:ext uri="{FF2B5EF4-FFF2-40B4-BE49-F238E27FC236}">
                <a16:creationId xmlns:a16="http://schemas.microsoft.com/office/drawing/2014/main" id="{30E45ED4-D7F9-4044-966C-689D15B7120B}"/>
              </a:ext>
            </a:extLst>
          </p:cNvPr>
          <p:cNvSpPr>
            <a:spLocks xmlns:a="http://schemas.openxmlformats.org/drawingml/2006/main" noGrp="1"/>
          </p:cNvSpPr>
          <p:nvPr>
            <p:ph type="subTitle" idx="1"/>
          </p:nvPr>
        </p:nvSpPr>
        <p:spPr>
          <a:xfrm xmlns:a="http://schemas.openxmlformats.org/drawingml/2006/main">
            <a:off x="1284000" y="2901800"/>
            <a:ext cx="6576000" cy="4971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0"/>
              </a:spcBef>
              <a:spcAft>
                <a:spcPts val="0"/>
              </a:spcAft>
              <a:buSzPts val="1600"/>
              <a:buNone/>
              <a:defRPr sz="1600"/>
            </a:lvl1pPr>
            <a:lvl2pPr algn="ctr">
              <a:lnSpc>
                <a:spcPct val="100000"/>
              </a:lnSpc>
              <a:spcBef>
                <a:spcPts val="0"/>
              </a:spcBef>
              <a:spcAft>
                <a:spcPts val="0"/>
              </a:spcAft>
              <a:buSzPts val="1600"/>
              <a:buNone/>
              <a:defRPr sz="1600"/>
            </a:lvl2pPr>
            <a:lvl3pPr algn="ctr">
              <a:lnSpc>
                <a:spcPct val="100000"/>
              </a:lnSpc>
              <a:spcBef>
                <a:spcPts val="0"/>
              </a:spcBef>
              <a:spcAft>
                <a:spcPts val="0"/>
              </a:spcAft>
              <a:buSzPts val="1600"/>
              <a:buNone/>
              <a:defRPr sz="1600"/>
            </a:lvl3pPr>
            <a:lvl4pPr algn="ctr">
              <a:lnSpc>
                <a:spcPct val="100000"/>
              </a:lnSpc>
              <a:spcBef>
                <a:spcPts val="0"/>
              </a:spcBef>
              <a:spcAft>
                <a:spcPts val="0"/>
              </a:spcAft>
              <a:buSzPts val="1600"/>
              <a:buNone/>
              <a:defRPr sz="1600"/>
            </a:lvl4pPr>
            <a:lvl5pPr algn="ctr">
              <a:lnSpc>
                <a:spcPct val="100000"/>
              </a:lnSpc>
              <a:spcBef>
                <a:spcPts val="0"/>
              </a:spcBef>
              <a:spcAft>
                <a:spcPts val="0"/>
              </a:spcAft>
              <a:buSzPts val="1600"/>
              <a:buNone/>
              <a:defRPr sz="1600"/>
            </a:lvl5pPr>
            <a:lvl6pPr algn="ctr">
              <a:lnSpc>
                <a:spcPct val="100000"/>
              </a:lnSpc>
              <a:spcBef>
                <a:spcPts val="0"/>
              </a:spcBef>
              <a:spcAft>
                <a:spcPts val="0"/>
              </a:spcAft>
              <a:buSzPts val="1600"/>
              <a:buNone/>
              <a:defRPr sz="1600"/>
            </a:lvl6pPr>
            <a:lvl7pPr algn="ctr">
              <a:lnSpc>
                <a:spcPct val="100000"/>
              </a:lnSpc>
              <a:spcBef>
                <a:spcPts val="0"/>
              </a:spcBef>
              <a:spcAft>
                <a:spcPts val="0"/>
              </a:spcAft>
              <a:buSzPts val="1600"/>
              <a:buNone/>
              <a:defRPr sz="1600"/>
            </a:lvl7pPr>
            <a:lvl8pPr algn="ctr">
              <a:lnSpc>
                <a:spcPct val="100000"/>
              </a:lnSpc>
              <a:spcBef>
                <a:spcPts val="0"/>
              </a:spcBef>
              <a:spcAft>
                <a:spcPts val="0"/>
              </a:spcAft>
              <a:buSzPts val="1600"/>
              <a:buNone/>
              <a:defRPr sz="1600"/>
            </a:lvl8pPr>
            <a:lvl9pPr algn="ctr">
              <a:lnSpc>
                <a:spcPct val="100000"/>
              </a:lnSpc>
              <a:spcBef>
                <a:spcPts val="0"/>
              </a:spcBef>
              <a:spcAft>
                <a:spcPts val="0"/>
              </a:spcAft>
              <a:buSzPts val="1600"/>
              <a:buNone/>
              <a:defRPr sz="1600"/>
            </a:lvl9pPr>
          </a:lstStyle>
          <a:p xmlns:a="http://schemas.openxmlformats.org/drawingml/2006/main"/>
        </p:txBody>
      </p:sp>
    </p:spTree>
  </p:cSld>
</p:sldLayout>
</file>

<file path=ppt/slideLayouts/slideLayout11.xml><?xml version="1.0" encoding="utf-8"?>
<p:sldLayout xmlns:p="http://schemas.openxmlformats.org/presentationml/2006/main" matchingName="Blank" type="blank">
  <p:cSld name="BLANK">
    <p:bg>
      <p:bgPr>
        <a:noFill xmlns:a="http://schemas.openxmlformats.org/drawingml/2006/main"/>
      </p:bgPr>
    </p:bg>
    <p:spTree>
      <p:nvGrpSpPr>
        <p:cNvPr id="1" name=""/>
        <p:cNvGrpSpPr/>
        <p:nvPr/>
      </p:nvGrpSpPr>
      <p:grpSpPr>
        <a:xfrm xmlns:a="http://schemas.openxmlformats.org/drawingml/2006/main"/>
      </p:grpSpPr>
    </p:spTree>
  </p:cSld>
</p:sldLayout>
</file>

<file path=ppt/slideLayouts/slideLayout12.xml><?xml version="1.0" encoding="utf-8"?>
<p:sldLayout xmlns:p="http://schemas.openxmlformats.org/presentationml/2006/main" matchingName="Table of contents">
  <p:cSld name="BLANK_1_1_1_1_1_1">
    <p:spTree>
      <p:nvGrpSpPr>
        <p:cNvPr id="1" name=""/>
        <p:cNvGrpSpPr/>
        <p:nvPr/>
      </p:nvGrpSpPr>
      <p:grpSpPr>
        <a:xfrm xmlns:a="http://schemas.openxmlformats.org/drawingml/2006/main"/>
      </p:grpSpPr>
      <p:pic>
        <p:nvPicPr>
          <p:cNvPr id="60" name="Google Shape;60;p13">
            <a:extLst xmlns:a="http://schemas.openxmlformats.org/drawingml/2006/main">
              <a:ext uri="{FF2B5EF4-FFF2-40B4-BE49-F238E27FC236}">
                <a16:creationId xmlns:a16="http://schemas.microsoft.com/office/drawing/2014/main" id="{1F392172-D396-4298-B85A-42EFC51731E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752199697f546c4">
            <a:alphaModFix/>
          </a:blip>
          <a:srcRect xmlns:a="http://schemas.openxmlformats.org/drawingml/2006/main" l="0" t="0" r="0" b="0"/>
          <a:stretch xmlns:a="http://schemas.openxmlformats.org/drawingml/2006/main"/>
        </p:blipFill>
        <p:spPr>
          <a:xfrm xmlns:a="http://schemas.openxmlformats.org/drawingml/2006/main" flipH="1">
            <a:off x="-1" y="-1"/>
            <a:ext cx="9144003" cy="5143501"/>
          </a:xfrm>
          <a:prstGeom xmlns:a="http://schemas.openxmlformats.org/drawingml/2006/main" prst="rect">
            <a:avLst/>
          </a:prstGeom>
          <a:ln xmlns:a="http://schemas.openxmlformats.org/drawingml/2006/main">
            <a:noFill/>
          </a:ln>
        </p:spPr>
      </p:pic>
      <p:cxnSp>
        <p:nvCxnSpPr>
          <p:cNvPr id="61" name="Google Shape;61;p13">
            <a:extLst xmlns:a="http://schemas.openxmlformats.org/drawingml/2006/main">
              <a:ext uri="{FF2B5EF4-FFF2-40B4-BE49-F238E27FC236}">
                <a16:creationId xmlns:a16="http://schemas.microsoft.com/office/drawing/2014/main" id="{FC10A36C-E185-4CD8-B263-1AD034A3AFFC}"/>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62" name="Google Shape;62;p13">
            <a:extLst xmlns:a="http://schemas.openxmlformats.org/drawingml/2006/main">
              <a:ext uri="{FF2B5EF4-FFF2-40B4-BE49-F238E27FC236}">
                <a16:creationId xmlns:a16="http://schemas.microsoft.com/office/drawing/2014/main" id="{6B154422-ED1D-4B51-8433-950DBAF74D67}"/>
              </a:ext>
            </a:extLst>
          </p:cNvPr>
          <p:cNvSpPr>
            <a:spLocks xmlns:a="http://schemas.openxmlformats.org/drawingml/2006/main" noGrp="1"/>
          </p:cNvSpPr>
          <p:nvPr>
            <p:ph type="title" idx="0"/>
          </p:nvPr>
        </p:nvSpPr>
        <p:spPr>
          <a:xfrm xmlns:a="http://schemas.openxmlformats.org/drawingml/2006/main">
            <a:off x="228600" y="1879050"/>
            <a:ext cx="2500500" cy="1385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2600"/>
              <a:buNone/>
              <a:defRPr/>
            </a:lvl1pPr>
            <a:lvl2pPr>
              <a:spcBef>
                <a:spcPts val="0"/>
              </a:spcBef>
              <a:spcAft>
                <a:spcPts val="0"/>
              </a:spcAft>
              <a:buSzPts val="2600"/>
              <a:buNone/>
              <a:defRPr/>
            </a:lvl2pPr>
            <a:lvl3pPr>
              <a:spcBef>
                <a:spcPts val="0"/>
              </a:spcBef>
              <a:spcAft>
                <a:spcPts val="0"/>
              </a:spcAft>
              <a:buSzPts val="2600"/>
              <a:buNone/>
              <a:defRPr/>
            </a:lvl3pPr>
            <a:lvl4pPr>
              <a:spcBef>
                <a:spcPts val="0"/>
              </a:spcBef>
              <a:spcAft>
                <a:spcPts val="0"/>
              </a:spcAft>
              <a:buSzPts val="2600"/>
              <a:buNone/>
              <a:defRPr/>
            </a:lvl4pPr>
            <a:lvl5pPr>
              <a:spcBef>
                <a:spcPts val="0"/>
              </a:spcBef>
              <a:spcAft>
                <a:spcPts val="0"/>
              </a:spcAft>
              <a:buSzPts val="2600"/>
              <a:buNone/>
              <a:defRPr/>
            </a:lvl5pPr>
            <a:lvl6pPr>
              <a:spcBef>
                <a:spcPts val="0"/>
              </a:spcBef>
              <a:spcAft>
                <a:spcPts val="0"/>
              </a:spcAft>
              <a:buSzPts val="2600"/>
              <a:buNone/>
              <a:defRPr/>
            </a:lvl6pPr>
            <a:lvl7pPr>
              <a:spcBef>
                <a:spcPts val="0"/>
              </a:spcBef>
              <a:spcAft>
                <a:spcPts val="0"/>
              </a:spcAft>
              <a:buSzPts val="2600"/>
              <a:buNone/>
              <a:defRPr/>
            </a:lvl7pPr>
            <a:lvl8pPr>
              <a:spcBef>
                <a:spcPts val="0"/>
              </a:spcBef>
              <a:spcAft>
                <a:spcPts val="0"/>
              </a:spcAft>
              <a:buSzPts val="2600"/>
              <a:buNone/>
              <a:defRPr/>
            </a:lvl8pPr>
            <a:lvl9pPr>
              <a:spcBef>
                <a:spcPts val="0"/>
              </a:spcBef>
              <a:spcAft>
                <a:spcPts val="0"/>
              </a:spcAft>
              <a:buSzPts val="2600"/>
              <a:buNone/>
              <a:defRPr/>
            </a:lvl9pPr>
          </a:lstStyle>
          <a:p xmlns:a="http://schemas.openxmlformats.org/drawingml/2006/main"/>
        </p:txBody>
      </p:sp>
      <p:sp>
        <p:nvSpPr>
          <p:cNvPr id="63" name="Google Shape;63;p13">
            <a:extLst xmlns:a="http://schemas.openxmlformats.org/drawingml/2006/main">
              <a:ext uri="{FF2B5EF4-FFF2-40B4-BE49-F238E27FC236}">
                <a16:creationId xmlns:a16="http://schemas.microsoft.com/office/drawing/2014/main" id="{1017D620-72A8-49AE-B566-FFF75E8C4080}"/>
              </a:ext>
            </a:extLst>
          </p:cNvPr>
          <p:cNvSpPr>
            <a:spLocks xmlns:a="http://schemas.openxmlformats.org/drawingml/2006/main" noGrp="1"/>
          </p:cNvSpPr>
          <p:nvPr>
            <p:ph type="title" idx="2" hasCustomPrompt="1"/>
          </p:nvPr>
        </p:nvSpPr>
        <p:spPr>
          <a:xfrm xmlns:a="http://schemas.openxmlformats.org/drawingml/2006/main">
            <a:off x="3207000" y="497492"/>
            <a:ext cx="909900" cy="554100"/>
          </a:xfrm>
          <a:prstGeom xmlns:a="http://schemas.openxmlformats.org/drawingml/2006/main" prst="rect">
            <a:avLst/>
          </a:prstGeom>
          <a:noFill xmlns:a="http://schemas.openxmlformats.org/drawingml/2006/main"/>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3000"/>
              <a:buNone/>
              <a:defRPr sz="24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xmlns:a="http://schemas.openxmlformats.org/drawingml/2006/main">
            <a:r>
              <a:t>xx%</a:t>
            </a:r>
          </a:p>
        </p:txBody>
      </p:sp>
      <p:sp>
        <p:nvSpPr>
          <p:cNvPr id="64" name="Google Shape;64;p13">
            <a:extLst xmlns:a="http://schemas.openxmlformats.org/drawingml/2006/main">
              <a:ext uri="{FF2B5EF4-FFF2-40B4-BE49-F238E27FC236}">
                <a16:creationId xmlns:a16="http://schemas.microsoft.com/office/drawing/2014/main" id="{296E3786-1900-4370-BC6F-EE6B7851CD3C}"/>
              </a:ext>
            </a:extLst>
          </p:cNvPr>
          <p:cNvSpPr>
            <a:spLocks xmlns:a="http://schemas.openxmlformats.org/drawingml/2006/main" noGrp="1"/>
          </p:cNvSpPr>
          <p:nvPr>
            <p:ph type="title" idx="3" hasCustomPrompt="1"/>
          </p:nvPr>
        </p:nvSpPr>
        <p:spPr>
          <a:xfrm xmlns:a="http://schemas.openxmlformats.org/drawingml/2006/main">
            <a:off x="6061210" y="497475"/>
            <a:ext cx="909900" cy="554100"/>
          </a:xfrm>
          <a:prstGeom xmlns:a="http://schemas.openxmlformats.org/drawingml/2006/main" prst="rect">
            <a:avLst/>
          </a:prstGeom>
          <a:noFill xmlns:a="http://schemas.openxmlformats.org/drawingml/2006/main"/>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3000"/>
              <a:buNone/>
              <a:defRPr sz="24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xmlns:a="http://schemas.openxmlformats.org/drawingml/2006/main">
            <a:r>
              <a:t>xx%</a:t>
            </a:r>
          </a:p>
        </p:txBody>
      </p:sp>
      <p:sp>
        <p:nvSpPr>
          <p:cNvPr id="65" name="Google Shape;65;p13">
            <a:extLst xmlns:a="http://schemas.openxmlformats.org/drawingml/2006/main">
              <a:ext uri="{FF2B5EF4-FFF2-40B4-BE49-F238E27FC236}">
                <a16:creationId xmlns:a16="http://schemas.microsoft.com/office/drawing/2014/main" id="{96BFE645-B022-4659-AFDD-ED8BFD19121D}"/>
              </a:ext>
            </a:extLst>
          </p:cNvPr>
          <p:cNvSpPr>
            <a:spLocks xmlns:a="http://schemas.openxmlformats.org/drawingml/2006/main" noGrp="1"/>
          </p:cNvSpPr>
          <p:nvPr>
            <p:ph type="title" idx="4" hasCustomPrompt="1"/>
          </p:nvPr>
        </p:nvSpPr>
        <p:spPr>
          <a:xfrm xmlns:a="http://schemas.openxmlformats.org/drawingml/2006/main">
            <a:off x="3207000" y="1996176"/>
            <a:ext cx="909900" cy="554100"/>
          </a:xfrm>
          <a:prstGeom xmlns:a="http://schemas.openxmlformats.org/drawingml/2006/main" prst="rect">
            <a:avLst/>
          </a:prstGeom>
          <a:noFill xmlns:a="http://schemas.openxmlformats.org/drawingml/2006/main"/>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3000"/>
              <a:buNone/>
              <a:defRPr sz="24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xmlns:a="http://schemas.openxmlformats.org/drawingml/2006/main">
            <a:r>
              <a:t>xx%</a:t>
            </a:r>
          </a:p>
        </p:txBody>
      </p:sp>
      <p:sp>
        <p:nvSpPr>
          <p:cNvPr id="66" name="Google Shape;66;p13">
            <a:extLst xmlns:a="http://schemas.openxmlformats.org/drawingml/2006/main">
              <a:ext uri="{FF2B5EF4-FFF2-40B4-BE49-F238E27FC236}">
                <a16:creationId xmlns:a16="http://schemas.microsoft.com/office/drawing/2014/main" id="{130F4D7C-EE40-493A-9A1E-B6C551CBC37B}"/>
              </a:ext>
            </a:extLst>
          </p:cNvPr>
          <p:cNvSpPr>
            <a:spLocks xmlns:a="http://schemas.openxmlformats.org/drawingml/2006/main" noGrp="1"/>
          </p:cNvSpPr>
          <p:nvPr>
            <p:ph type="title" idx="5" hasCustomPrompt="1"/>
          </p:nvPr>
        </p:nvSpPr>
        <p:spPr>
          <a:xfrm xmlns:a="http://schemas.openxmlformats.org/drawingml/2006/main">
            <a:off x="6061210" y="1996167"/>
            <a:ext cx="909900" cy="554100"/>
          </a:xfrm>
          <a:prstGeom xmlns:a="http://schemas.openxmlformats.org/drawingml/2006/main" prst="rect">
            <a:avLst/>
          </a:prstGeom>
          <a:noFill xmlns:a="http://schemas.openxmlformats.org/drawingml/2006/main"/>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3000"/>
              <a:buNone/>
              <a:defRPr sz="24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xmlns:a="http://schemas.openxmlformats.org/drawingml/2006/main">
            <a:r>
              <a:t>xx%</a:t>
            </a:r>
          </a:p>
        </p:txBody>
      </p:sp>
      <p:sp>
        <p:nvSpPr>
          <p:cNvPr id="67" name="Google Shape;67;p13">
            <a:extLst xmlns:a="http://schemas.openxmlformats.org/drawingml/2006/main">
              <a:ext uri="{FF2B5EF4-FFF2-40B4-BE49-F238E27FC236}">
                <a16:creationId xmlns:a16="http://schemas.microsoft.com/office/drawing/2014/main" id="{E4F4D725-AC17-4E16-8FA4-CF9930A3D201}"/>
              </a:ext>
            </a:extLst>
          </p:cNvPr>
          <p:cNvSpPr>
            <a:spLocks xmlns:a="http://schemas.openxmlformats.org/drawingml/2006/main" noGrp="1"/>
          </p:cNvSpPr>
          <p:nvPr>
            <p:ph type="title" idx="6" hasCustomPrompt="1"/>
          </p:nvPr>
        </p:nvSpPr>
        <p:spPr>
          <a:xfrm xmlns:a="http://schemas.openxmlformats.org/drawingml/2006/main">
            <a:off x="3207000" y="3494859"/>
            <a:ext cx="909900" cy="554100"/>
          </a:xfrm>
          <a:prstGeom xmlns:a="http://schemas.openxmlformats.org/drawingml/2006/main" prst="rect">
            <a:avLst/>
          </a:prstGeom>
          <a:noFill xmlns:a="http://schemas.openxmlformats.org/drawingml/2006/main"/>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3000"/>
              <a:buNone/>
              <a:defRPr sz="24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xmlns:a="http://schemas.openxmlformats.org/drawingml/2006/main">
            <a:r>
              <a:t>xx%</a:t>
            </a:r>
          </a:p>
        </p:txBody>
      </p:sp>
      <p:sp>
        <p:nvSpPr>
          <p:cNvPr id="68" name="Google Shape;68;p13">
            <a:extLst xmlns:a="http://schemas.openxmlformats.org/drawingml/2006/main">
              <a:ext uri="{FF2B5EF4-FFF2-40B4-BE49-F238E27FC236}">
                <a16:creationId xmlns:a16="http://schemas.microsoft.com/office/drawing/2014/main" id="{C0CC3523-510D-417E-900D-D3999D2901B6}"/>
              </a:ext>
            </a:extLst>
          </p:cNvPr>
          <p:cNvSpPr>
            <a:spLocks xmlns:a="http://schemas.openxmlformats.org/drawingml/2006/main" noGrp="1"/>
          </p:cNvSpPr>
          <p:nvPr>
            <p:ph type="title" idx="7" hasCustomPrompt="1"/>
          </p:nvPr>
        </p:nvSpPr>
        <p:spPr>
          <a:xfrm xmlns:a="http://schemas.openxmlformats.org/drawingml/2006/main">
            <a:off x="6061210" y="3494859"/>
            <a:ext cx="909900" cy="554100"/>
          </a:xfrm>
          <a:prstGeom xmlns:a="http://schemas.openxmlformats.org/drawingml/2006/main" prst="rect">
            <a:avLst/>
          </a:prstGeom>
          <a:noFill xmlns:a="http://schemas.openxmlformats.org/drawingml/2006/main"/>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3000"/>
              <a:buNone/>
              <a:defRPr sz="24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xmlns:a="http://schemas.openxmlformats.org/drawingml/2006/main">
            <a:r>
              <a:t>xx%</a:t>
            </a:r>
          </a:p>
        </p:txBody>
      </p:sp>
      <p:sp>
        <p:nvSpPr>
          <p:cNvPr id="69" name="Google Shape;69;p13">
            <a:extLst xmlns:a="http://schemas.openxmlformats.org/drawingml/2006/main">
              <a:ext uri="{FF2B5EF4-FFF2-40B4-BE49-F238E27FC236}">
                <a16:creationId xmlns:a16="http://schemas.microsoft.com/office/drawing/2014/main" id="{8E91593E-42B4-435F-B7D9-91B3887074C8}"/>
              </a:ext>
            </a:extLst>
          </p:cNvPr>
          <p:cNvSpPr>
            <a:spLocks xmlns:a="http://schemas.openxmlformats.org/drawingml/2006/main" noGrp="1"/>
          </p:cNvSpPr>
          <p:nvPr>
            <p:ph type="subTitle" idx="1"/>
          </p:nvPr>
        </p:nvSpPr>
        <p:spPr>
          <a:xfrm xmlns:a="http://schemas.openxmlformats.org/drawingml/2006/main">
            <a:off x="3207000" y="975383"/>
            <a:ext cx="2854200" cy="6771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nSpc>
                <a:spcPct val="100000"/>
              </a:lnSpc>
              <a:spcBef>
                <a:spcPts val="0"/>
              </a:spcBef>
              <a:spcAft>
                <a:spcPts val="0"/>
              </a:spcAft>
              <a:buSzPts val="2400"/>
              <a:buFont typeface="Hubot Sans"/>
              <a:buNone/>
              <a:defRPr sz="2400" b="1">
                <a:latin typeface="Hubot Sans"/>
                <a:ea typeface="Hubot Sans"/>
                <a:cs typeface="Hubot Sans"/>
              </a:defRPr>
            </a:lvl2pPr>
            <a:lvl3pPr>
              <a:lnSpc>
                <a:spcPct val="100000"/>
              </a:lnSpc>
              <a:spcBef>
                <a:spcPts val="0"/>
              </a:spcBef>
              <a:spcAft>
                <a:spcPts val="0"/>
              </a:spcAft>
              <a:buSzPts val="2400"/>
              <a:buFont typeface="Hubot Sans"/>
              <a:buNone/>
              <a:defRPr sz="2400" b="1">
                <a:latin typeface="Hubot Sans"/>
                <a:ea typeface="Hubot Sans"/>
                <a:cs typeface="Hubot Sans"/>
              </a:defRPr>
            </a:lvl3pPr>
            <a:lvl4pPr>
              <a:lnSpc>
                <a:spcPct val="100000"/>
              </a:lnSpc>
              <a:spcBef>
                <a:spcPts val="0"/>
              </a:spcBef>
              <a:spcAft>
                <a:spcPts val="0"/>
              </a:spcAft>
              <a:buSzPts val="2400"/>
              <a:buFont typeface="Hubot Sans"/>
              <a:buNone/>
              <a:defRPr sz="2400" b="1">
                <a:latin typeface="Hubot Sans"/>
                <a:ea typeface="Hubot Sans"/>
                <a:cs typeface="Hubot Sans"/>
              </a:defRPr>
            </a:lvl4pPr>
            <a:lvl5pPr>
              <a:lnSpc>
                <a:spcPct val="100000"/>
              </a:lnSpc>
              <a:spcBef>
                <a:spcPts val="0"/>
              </a:spcBef>
              <a:spcAft>
                <a:spcPts val="0"/>
              </a:spcAft>
              <a:buSzPts val="2400"/>
              <a:buFont typeface="Hubot Sans"/>
              <a:buNone/>
              <a:defRPr sz="2400" b="1">
                <a:latin typeface="Hubot Sans"/>
                <a:ea typeface="Hubot Sans"/>
                <a:cs typeface="Hubot Sans"/>
              </a:defRPr>
            </a:lvl5pPr>
            <a:lvl6pPr>
              <a:lnSpc>
                <a:spcPct val="100000"/>
              </a:lnSpc>
              <a:spcBef>
                <a:spcPts val="0"/>
              </a:spcBef>
              <a:spcAft>
                <a:spcPts val="0"/>
              </a:spcAft>
              <a:buSzPts val="2400"/>
              <a:buFont typeface="Hubot Sans"/>
              <a:buNone/>
              <a:defRPr sz="2400" b="1">
                <a:latin typeface="Hubot Sans"/>
                <a:ea typeface="Hubot Sans"/>
                <a:cs typeface="Hubot Sans"/>
              </a:defRPr>
            </a:lvl6pPr>
            <a:lvl7pPr>
              <a:lnSpc>
                <a:spcPct val="100000"/>
              </a:lnSpc>
              <a:spcBef>
                <a:spcPts val="0"/>
              </a:spcBef>
              <a:spcAft>
                <a:spcPts val="0"/>
              </a:spcAft>
              <a:buSzPts val="2400"/>
              <a:buFont typeface="Hubot Sans"/>
              <a:buNone/>
              <a:defRPr sz="2400" b="1">
                <a:latin typeface="Hubot Sans"/>
                <a:ea typeface="Hubot Sans"/>
                <a:cs typeface="Hubot Sans"/>
              </a:defRPr>
            </a:lvl7pPr>
            <a:lvl8pPr>
              <a:lnSpc>
                <a:spcPct val="100000"/>
              </a:lnSpc>
              <a:spcBef>
                <a:spcPts val="0"/>
              </a:spcBef>
              <a:spcAft>
                <a:spcPts val="0"/>
              </a:spcAft>
              <a:buSzPts val="2400"/>
              <a:buFont typeface="Hubot Sans"/>
              <a:buNone/>
              <a:defRPr sz="2400" b="1">
                <a:latin typeface="Hubot Sans"/>
                <a:ea typeface="Hubot Sans"/>
                <a:cs typeface="Hubot Sans"/>
              </a:defRPr>
            </a:lvl8pPr>
            <a:lvl9pP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
        <p:nvSpPr>
          <p:cNvPr id="70" name="Google Shape;70;p13">
            <a:extLst xmlns:a="http://schemas.openxmlformats.org/drawingml/2006/main">
              <a:ext uri="{FF2B5EF4-FFF2-40B4-BE49-F238E27FC236}">
                <a16:creationId xmlns:a16="http://schemas.microsoft.com/office/drawing/2014/main" id="{12D0A993-F89B-45ED-AC7D-29D5AE5F9A48}"/>
              </a:ext>
            </a:extLst>
          </p:cNvPr>
          <p:cNvSpPr>
            <a:spLocks xmlns:a="http://schemas.openxmlformats.org/drawingml/2006/main" noGrp="1"/>
          </p:cNvSpPr>
          <p:nvPr>
            <p:ph type="subTitle" idx="8"/>
          </p:nvPr>
        </p:nvSpPr>
        <p:spPr>
          <a:xfrm xmlns:a="http://schemas.openxmlformats.org/drawingml/2006/main">
            <a:off x="3207000" y="2472154"/>
            <a:ext cx="2854200" cy="6771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nSpc>
                <a:spcPct val="100000"/>
              </a:lnSpc>
              <a:spcBef>
                <a:spcPts val="0"/>
              </a:spcBef>
              <a:spcAft>
                <a:spcPts val="0"/>
              </a:spcAft>
              <a:buSzPts val="2400"/>
              <a:buFont typeface="Hubot Sans"/>
              <a:buNone/>
              <a:defRPr sz="2400" b="1">
                <a:latin typeface="Hubot Sans"/>
                <a:ea typeface="Hubot Sans"/>
                <a:cs typeface="Hubot Sans"/>
              </a:defRPr>
            </a:lvl2pPr>
            <a:lvl3pPr>
              <a:lnSpc>
                <a:spcPct val="100000"/>
              </a:lnSpc>
              <a:spcBef>
                <a:spcPts val="0"/>
              </a:spcBef>
              <a:spcAft>
                <a:spcPts val="0"/>
              </a:spcAft>
              <a:buSzPts val="2400"/>
              <a:buFont typeface="Hubot Sans"/>
              <a:buNone/>
              <a:defRPr sz="2400" b="1">
                <a:latin typeface="Hubot Sans"/>
                <a:ea typeface="Hubot Sans"/>
                <a:cs typeface="Hubot Sans"/>
              </a:defRPr>
            </a:lvl3pPr>
            <a:lvl4pPr>
              <a:lnSpc>
                <a:spcPct val="100000"/>
              </a:lnSpc>
              <a:spcBef>
                <a:spcPts val="0"/>
              </a:spcBef>
              <a:spcAft>
                <a:spcPts val="0"/>
              </a:spcAft>
              <a:buSzPts val="2400"/>
              <a:buFont typeface="Hubot Sans"/>
              <a:buNone/>
              <a:defRPr sz="2400" b="1">
                <a:latin typeface="Hubot Sans"/>
                <a:ea typeface="Hubot Sans"/>
                <a:cs typeface="Hubot Sans"/>
              </a:defRPr>
            </a:lvl4pPr>
            <a:lvl5pPr>
              <a:lnSpc>
                <a:spcPct val="100000"/>
              </a:lnSpc>
              <a:spcBef>
                <a:spcPts val="0"/>
              </a:spcBef>
              <a:spcAft>
                <a:spcPts val="0"/>
              </a:spcAft>
              <a:buSzPts val="2400"/>
              <a:buFont typeface="Hubot Sans"/>
              <a:buNone/>
              <a:defRPr sz="2400" b="1">
                <a:latin typeface="Hubot Sans"/>
                <a:ea typeface="Hubot Sans"/>
                <a:cs typeface="Hubot Sans"/>
              </a:defRPr>
            </a:lvl5pPr>
            <a:lvl6pPr>
              <a:lnSpc>
                <a:spcPct val="100000"/>
              </a:lnSpc>
              <a:spcBef>
                <a:spcPts val="0"/>
              </a:spcBef>
              <a:spcAft>
                <a:spcPts val="0"/>
              </a:spcAft>
              <a:buSzPts val="2400"/>
              <a:buFont typeface="Hubot Sans"/>
              <a:buNone/>
              <a:defRPr sz="2400" b="1">
                <a:latin typeface="Hubot Sans"/>
                <a:ea typeface="Hubot Sans"/>
                <a:cs typeface="Hubot Sans"/>
              </a:defRPr>
            </a:lvl6pPr>
            <a:lvl7pPr>
              <a:lnSpc>
                <a:spcPct val="100000"/>
              </a:lnSpc>
              <a:spcBef>
                <a:spcPts val="0"/>
              </a:spcBef>
              <a:spcAft>
                <a:spcPts val="0"/>
              </a:spcAft>
              <a:buSzPts val="2400"/>
              <a:buFont typeface="Hubot Sans"/>
              <a:buNone/>
              <a:defRPr sz="2400" b="1">
                <a:latin typeface="Hubot Sans"/>
                <a:ea typeface="Hubot Sans"/>
                <a:cs typeface="Hubot Sans"/>
              </a:defRPr>
            </a:lvl7pPr>
            <a:lvl8pPr>
              <a:lnSpc>
                <a:spcPct val="100000"/>
              </a:lnSpc>
              <a:spcBef>
                <a:spcPts val="0"/>
              </a:spcBef>
              <a:spcAft>
                <a:spcPts val="0"/>
              </a:spcAft>
              <a:buSzPts val="2400"/>
              <a:buFont typeface="Hubot Sans"/>
              <a:buNone/>
              <a:defRPr sz="2400" b="1">
                <a:latin typeface="Hubot Sans"/>
                <a:ea typeface="Hubot Sans"/>
                <a:cs typeface="Hubot Sans"/>
              </a:defRPr>
            </a:lvl8pPr>
            <a:lvl9pP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
        <p:nvSpPr>
          <p:cNvPr id="71" name="Google Shape;71;p13">
            <a:extLst xmlns:a="http://schemas.openxmlformats.org/drawingml/2006/main">
              <a:ext uri="{FF2B5EF4-FFF2-40B4-BE49-F238E27FC236}">
                <a16:creationId xmlns:a16="http://schemas.microsoft.com/office/drawing/2014/main" id="{D5C8ED92-620F-45B5-9810-AC3AD6258F28}"/>
              </a:ext>
            </a:extLst>
          </p:cNvPr>
          <p:cNvSpPr>
            <a:spLocks xmlns:a="http://schemas.openxmlformats.org/drawingml/2006/main" noGrp="1"/>
          </p:cNvSpPr>
          <p:nvPr>
            <p:ph type="subTitle" idx="9"/>
          </p:nvPr>
        </p:nvSpPr>
        <p:spPr>
          <a:xfrm xmlns:a="http://schemas.openxmlformats.org/drawingml/2006/main">
            <a:off x="3207000" y="3968925"/>
            <a:ext cx="2854200" cy="6771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nSpc>
                <a:spcPct val="100000"/>
              </a:lnSpc>
              <a:spcBef>
                <a:spcPts val="0"/>
              </a:spcBef>
              <a:spcAft>
                <a:spcPts val="0"/>
              </a:spcAft>
              <a:buSzPts val="2400"/>
              <a:buFont typeface="Hubot Sans"/>
              <a:buNone/>
              <a:defRPr sz="2400" b="1">
                <a:latin typeface="Hubot Sans"/>
                <a:ea typeface="Hubot Sans"/>
                <a:cs typeface="Hubot Sans"/>
              </a:defRPr>
            </a:lvl2pPr>
            <a:lvl3pPr>
              <a:lnSpc>
                <a:spcPct val="100000"/>
              </a:lnSpc>
              <a:spcBef>
                <a:spcPts val="0"/>
              </a:spcBef>
              <a:spcAft>
                <a:spcPts val="0"/>
              </a:spcAft>
              <a:buSzPts val="2400"/>
              <a:buFont typeface="Hubot Sans"/>
              <a:buNone/>
              <a:defRPr sz="2400" b="1">
                <a:latin typeface="Hubot Sans"/>
                <a:ea typeface="Hubot Sans"/>
                <a:cs typeface="Hubot Sans"/>
              </a:defRPr>
            </a:lvl3pPr>
            <a:lvl4pPr>
              <a:lnSpc>
                <a:spcPct val="100000"/>
              </a:lnSpc>
              <a:spcBef>
                <a:spcPts val="0"/>
              </a:spcBef>
              <a:spcAft>
                <a:spcPts val="0"/>
              </a:spcAft>
              <a:buSzPts val="2400"/>
              <a:buFont typeface="Hubot Sans"/>
              <a:buNone/>
              <a:defRPr sz="2400" b="1">
                <a:latin typeface="Hubot Sans"/>
                <a:ea typeface="Hubot Sans"/>
                <a:cs typeface="Hubot Sans"/>
              </a:defRPr>
            </a:lvl4pPr>
            <a:lvl5pPr>
              <a:lnSpc>
                <a:spcPct val="100000"/>
              </a:lnSpc>
              <a:spcBef>
                <a:spcPts val="0"/>
              </a:spcBef>
              <a:spcAft>
                <a:spcPts val="0"/>
              </a:spcAft>
              <a:buSzPts val="2400"/>
              <a:buFont typeface="Hubot Sans"/>
              <a:buNone/>
              <a:defRPr sz="2400" b="1">
                <a:latin typeface="Hubot Sans"/>
                <a:ea typeface="Hubot Sans"/>
                <a:cs typeface="Hubot Sans"/>
              </a:defRPr>
            </a:lvl5pPr>
            <a:lvl6pPr>
              <a:lnSpc>
                <a:spcPct val="100000"/>
              </a:lnSpc>
              <a:spcBef>
                <a:spcPts val="0"/>
              </a:spcBef>
              <a:spcAft>
                <a:spcPts val="0"/>
              </a:spcAft>
              <a:buSzPts val="2400"/>
              <a:buFont typeface="Hubot Sans"/>
              <a:buNone/>
              <a:defRPr sz="2400" b="1">
                <a:latin typeface="Hubot Sans"/>
                <a:ea typeface="Hubot Sans"/>
                <a:cs typeface="Hubot Sans"/>
              </a:defRPr>
            </a:lvl6pPr>
            <a:lvl7pPr>
              <a:lnSpc>
                <a:spcPct val="100000"/>
              </a:lnSpc>
              <a:spcBef>
                <a:spcPts val="0"/>
              </a:spcBef>
              <a:spcAft>
                <a:spcPts val="0"/>
              </a:spcAft>
              <a:buSzPts val="2400"/>
              <a:buFont typeface="Hubot Sans"/>
              <a:buNone/>
              <a:defRPr sz="2400" b="1">
                <a:latin typeface="Hubot Sans"/>
                <a:ea typeface="Hubot Sans"/>
                <a:cs typeface="Hubot Sans"/>
              </a:defRPr>
            </a:lvl7pPr>
            <a:lvl8pPr>
              <a:lnSpc>
                <a:spcPct val="100000"/>
              </a:lnSpc>
              <a:spcBef>
                <a:spcPts val="0"/>
              </a:spcBef>
              <a:spcAft>
                <a:spcPts val="0"/>
              </a:spcAft>
              <a:buSzPts val="2400"/>
              <a:buFont typeface="Hubot Sans"/>
              <a:buNone/>
              <a:defRPr sz="2400" b="1">
                <a:latin typeface="Hubot Sans"/>
                <a:ea typeface="Hubot Sans"/>
                <a:cs typeface="Hubot Sans"/>
              </a:defRPr>
            </a:lvl8pPr>
            <a:lvl9pP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
        <p:nvSpPr>
          <p:cNvPr id="72" name="Google Shape;72;p13">
            <a:extLst xmlns:a="http://schemas.openxmlformats.org/drawingml/2006/main">
              <a:ext uri="{FF2B5EF4-FFF2-40B4-BE49-F238E27FC236}">
                <a16:creationId xmlns:a16="http://schemas.microsoft.com/office/drawing/2014/main" id="{F9805BAA-5AEC-4965-BFC1-C83B06507BBC}"/>
              </a:ext>
            </a:extLst>
          </p:cNvPr>
          <p:cNvSpPr>
            <a:spLocks xmlns:a="http://schemas.openxmlformats.org/drawingml/2006/main" noGrp="1"/>
          </p:cNvSpPr>
          <p:nvPr>
            <p:ph type="subTitle" idx="13"/>
          </p:nvPr>
        </p:nvSpPr>
        <p:spPr>
          <a:xfrm xmlns:a="http://schemas.openxmlformats.org/drawingml/2006/main">
            <a:off x="6061210" y="975433"/>
            <a:ext cx="2854200" cy="6771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nSpc>
                <a:spcPct val="100000"/>
              </a:lnSpc>
              <a:spcBef>
                <a:spcPts val="0"/>
              </a:spcBef>
              <a:spcAft>
                <a:spcPts val="0"/>
              </a:spcAft>
              <a:buSzPts val="2400"/>
              <a:buFont typeface="Hubot Sans"/>
              <a:buNone/>
              <a:defRPr sz="2400" b="1">
                <a:latin typeface="Hubot Sans"/>
                <a:ea typeface="Hubot Sans"/>
                <a:cs typeface="Hubot Sans"/>
              </a:defRPr>
            </a:lvl2pPr>
            <a:lvl3pPr>
              <a:lnSpc>
                <a:spcPct val="100000"/>
              </a:lnSpc>
              <a:spcBef>
                <a:spcPts val="0"/>
              </a:spcBef>
              <a:spcAft>
                <a:spcPts val="0"/>
              </a:spcAft>
              <a:buSzPts val="2400"/>
              <a:buFont typeface="Hubot Sans"/>
              <a:buNone/>
              <a:defRPr sz="2400" b="1">
                <a:latin typeface="Hubot Sans"/>
                <a:ea typeface="Hubot Sans"/>
                <a:cs typeface="Hubot Sans"/>
              </a:defRPr>
            </a:lvl3pPr>
            <a:lvl4pPr>
              <a:lnSpc>
                <a:spcPct val="100000"/>
              </a:lnSpc>
              <a:spcBef>
                <a:spcPts val="0"/>
              </a:spcBef>
              <a:spcAft>
                <a:spcPts val="0"/>
              </a:spcAft>
              <a:buSzPts val="2400"/>
              <a:buFont typeface="Hubot Sans"/>
              <a:buNone/>
              <a:defRPr sz="2400" b="1">
                <a:latin typeface="Hubot Sans"/>
                <a:ea typeface="Hubot Sans"/>
                <a:cs typeface="Hubot Sans"/>
              </a:defRPr>
            </a:lvl4pPr>
            <a:lvl5pPr>
              <a:lnSpc>
                <a:spcPct val="100000"/>
              </a:lnSpc>
              <a:spcBef>
                <a:spcPts val="0"/>
              </a:spcBef>
              <a:spcAft>
                <a:spcPts val="0"/>
              </a:spcAft>
              <a:buSzPts val="2400"/>
              <a:buFont typeface="Hubot Sans"/>
              <a:buNone/>
              <a:defRPr sz="2400" b="1">
                <a:latin typeface="Hubot Sans"/>
                <a:ea typeface="Hubot Sans"/>
                <a:cs typeface="Hubot Sans"/>
              </a:defRPr>
            </a:lvl5pPr>
            <a:lvl6pPr>
              <a:lnSpc>
                <a:spcPct val="100000"/>
              </a:lnSpc>
              <a:spcBef>
                <a:spcPts val="0"/>
              </a:spcBef>
              <a:spcAft>
                <a:spcPts val="0"/>
              </a:spcAft>
              <a:buSzPts val="2400"/>
              <a:buFont typeface="Hubot Sans"/>
              <a:buNone/>
              <a:defRPr sz="2400" b="1">
                <a:latin typeface="Hubot Sans"/>
                <a:ea typeface="Hubot Sans"/>
                <a:cs typeface="Hubot Sans"/>
              </a:defRPr>
            </a:lvl6pPr>
            <a:lvl7pPr>
              <a:lnSpc>
                <a:spcPct val="100000"/>
              </a:lnSpc>
              <a:spcBef>
                <a:spcPts val="0"/>
              </a:spcBef>
              <a:spcAft>
                <a:spcPts val="0"/>
              </a:spcAft>
              <a:buSzPts val="2400"/>
              <a:buFont typeface="Hubot Sans"/>
              <a:buNone/>
              <a:defRPr sz="2400" b="1">
                <a:latin typeface="Hubot Sans"/>
                <a:ea typeface="Hubot Sans"/>
                <a:cs typeface="Hubot Sans"/>
              </a:defRPr>
            </a:lvl7pPr>
            <a:lvl8pPr>
              <a:lnSpc>
                <a:spcPct val="100000"/>
              </a:lnSpc>
              <a:spcBef>
                <a:spcPts val="0"/>
              </a:spcBef>
              <a:spcAft>
                <a:spcPts val="0"/>
              </a:spcAft>
              <a:buSzPts val="2400"/>
              <a:buFont typeface="Hubot Sans"/>
              <a:buNone/>
              <a:defRPr sz="2400" b="1">
                <a:latin typeface="Hubot Sans"/>
                <a:ea typeface="Hubot Sans"/>
                <a:cs typeface="Hubot Sans"/>
              </a:defRPr>
            </a:lvl8pPr>
            <a:lvl9pP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
        <p:nvSpPr>
          <p:cNvPr id="73" name="Google Shape;73;p13">
            <a:extLst xmlns:a="http://schemas.openxmlformats.org/drawingml/2006/main">
              <a:ext uri="{FF2B5EF4-FFF2-40B4-BE49-F238E27FC236}">
                <a16:creationId xmlns:a16="http://schemas.microsoft.com/office/drawing/2014/main" id="{7989F0F0-FF21-43B1-AA34-6BD4FBC2E065}"/>
              </a:ext>
            </a:extLst>
          </p:cNvPr>
          <p:cNvSpPr>
            <a:spLocks xmlns:a="http://schemas.openxmlformats.org/drawingml/2006/main" noGrp="1"/>
          </p:cNvSpPr>
          <p:nvPr>
            <p:ph type="subTitle" idx="14"/>
          </p:nvPr>
        </p:nvSpPr>
        <p:spPr>
          <a:xfrm xmlns:a="http://schemas.openxmlformats.org/drawingml/2006/main">
            <a:off x="6061210" y="2472179"/>
            <a:ext cx="2854200" cy="6771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nSpc>
                <a:spcPct val="100000"/>
              </a:lnSpc>
              <a:spcBef>
                <a:spcPts val="0"/>
              </a:spcBef>
              <a:spcAft>
                <a:spcPts val="0"/>
              </a:spcAft>
              <a:buSzPts val="2400"/>
              <a:buFont typeface="Hubot Sans"/>
              <a:buNone/>
              <a:defRPr sz="2400" b="1">
                <a:latin typeface="Hubot Sans"/>
                <a:ea typeface="Hubot Sans"/>
                <a:cs typeface="Hubot Sans"/>
              </a:defRPr>
            </a:lvl2pPr>
            <a:lvl3pPr>
              <a:lnSpc>
                <a:spcPct val="100000"/>
              </a:lnSpc>
              <a:spcBef>
                <a:spcPts val="0"/>
              </a:spcBef>
              <a:spcAft>
                <a:spcPts val="0"/>
              </a:spcAft>
              <a:buSzPts val="2400"/>
              <a:buFont typeface="Hubot Sans"/>
              <a:buNone/>
              <a:defRPr sz="2400" b="1">
                <a:latin typeface="Hubot Sans"/>
                <a:ea typeface="Hubot Sans"/>
                <a:cs typeface="Hubot Sans"/>
              </a:defRPr>
            </a:lvl3pPr>
            <a:lvl4pPr>
              <a:lnSpc>
                <a:spcPct val="100000"/>
              </a:lnSpc>
              <a:spcBef>
                <a:spcPts val="0"/>
              </a:spcBef>
              <a:spcAft>
                <a:spcPts val="0"/>
              </a:spcAft>
              <a:buSzPts val="2400"/>
              <a:buFont typeface="Hubot Sans"/>
              <a:buNone/>
              <a:defRPr sz="2400" b="1">
                <a:latin typeface="Hubot Sans"/>
                <a:ea typeface="Hubot Sans"/>
                <a:cs typeface="Hubot Sans"/>
              </a:defRPr>
            </a:lvl4pPr>
            <a:lvl5pPr>
              <a:lnSpc>
                <a:spcPct val="100000"/>
              </a:lnSpc>
              <a:spcBef>
                <a:spcPts val="0"/>
              </a:spcBef>
              <a:spcAft>
                <a:spcPts val="0"/>
              </a:spcAft>
              <a:buSzPts val="2400"/>
              <a:buFont typeface="Hubot Sans"/>
              <a:buNone/>
              <a:defRPr sz="2400" b="1">
                <a:latin typeface="Hubot Sans"/>
                <a:ea typeface="Hubot Sans"/>
                <a:cs typeface="Hubot Sans"/>
              </a:defRPr>
            </a:lvl5pPr>
            <a:lvl6pPr>
              <a:lnSpc>
                <a:spcPct val="100000"/>
              </a:lnSpc>
              <a:spcBef>
                <a:spcPts val="0"/>
              </a:spcBef>
              <a:spcAft>
                <a:spcPts val="0"/>
              </a:spcAft>
              <a:buSzPts val="2400"/>
              <a:buFont typeface="Hubot Sans"/>
              <a:buNone/>
              <a:defRPr sz="2400" b="1">
                <a:latin typeface="Hubot Sans"/>
                <a:ea typeface="Hubot Sans"/>
                <a:cs typeface="Hubot Sans"/>
              </a:defRPr>
            </a:lvl6pPr>
            <a:lvl7pPr>
              <a:lnSpc>
                <a:spcPct val="100000"/>
              </a:lnSpc>
              <a:spcBef>
                <a:spcPts val="0"/>
              </a:spcBef>
              <a:spcAft>
                <a:spcPts val="0"/>
              </a:spcAft>
              <a:buSzPts val="2400"/>
              <a:buFont typeface="Hubot Sans"/>
              <a:buNone/>
              <a:defRPr sz="2400" b="1">
                <a:latin typeface="Hubot Sans"/>
                <a:ea typeface="Hubot Sans"/>
                <a:cs typeface="Hubot Sans"/>
              </a:defRPr>
            </a:lvl7pPr>
            <a:lvl8pPr>
              <a:lnSpc>
                <a:spcPct val="100000"/>
              </a:lnSpc>
              <a:spcBef>
                <a:spcPts val="0"/>
              </a:spcBef>
              <a:spcAft>
                <a:spcPts val="0"/>
              </a:spcAft>
              <a:buSzPts val="2400"/>
              <a:buFont typeface="Hubot Sans"/>
              <a:buNone/>
              <a:defRPr sz="2400" b="1">
                <a:latin typeface="Hubot Sans"/>
                <a:ea typeface="Hubot Sans"/>
                <a:cs typeface="Hubot Sans"/>
              </a:defRPr>
            </a:lvl8pPr>
            <a:lvl9pP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
        <p:nvSpPr>
          <p:cNvPr id="74" name="Google Shape;74;p13">
            <a:extLst xmlns:a="http://schemas.openxmlformats.org/drawingml/2006/main">
              <a:ext uri="{FF2B5EF4-FFF2-40B4-BE49-F238E27FC236}">
                <a16:creationId xmlns:a16="http://schemas.microsoft.com/office/drawing/2014/main" id="{A13A76BD-82CC-48CC-9CE1-B5E99445F403}"/>
              </a:ext>
            </a:extLst>
          </p:cNvPr>
          <p:cNvSpPr>
            <a:spLocks xmlns:a="http://schemas.openxmlformats.org/drawingml/2006/main" noGrp="1"/>
          </p:cNvSpPr>
          <p:nvPr>
            <p:ph type="subTitle" idx="15"/>
          </p:nvPr>
        </p:nvSpPr>
        <p:spPr>
          <a:xfrm xmlns:a="http://schemas.openxmlformats.org/drawingml/2006/main">
            <a:off x="6061210" y="3968925"/>
            <a:ext cx="2854200" cy="6771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nSpc>
                <a:spcPct val="100000"/>
              </a:lnSpc>
              <a:spcBef>
                <a:spcPts val="0"/>
              </a:spcBef>
              <a:spcAft>
                <a:spcPts val="0"/>
              </a:spcAft>
              <a:buSzPts val="2400"/>
              <a:buFont typeface="Hubot Sans"/>
              <a:buNone/>
              <a:defRPr sz="2400" b="1">
                <a:latin typeface="Hubot Sans"/>
                <a:ea typeface="Hubot Sans"/>
                <a:cs typeface="Hubot Sans"/>
              </a:defRPr>
            </a:lvl2pPr>
            <a:lvl3pPr>
              <a:lnSpc>
                <a:spcPct val="100000"/>
              </a:lnSpc>
              <a:spcBef>
                <a:spcPts val="0"/>
              </a:spcBef>
              <a:spcAft>
                <a:spcPts val="0"/>
              </a:spcAft>
              <a:buSzPts val="2400"/>
              <a:buFont typeface="Hubot Sans"/>
              <a:buNone/>
              <a:defRPr sz="2400" b="1">
                <a:latin typeface="Hubot Sans"/>
                <a:ea typeface="Hubot Sans"/>
                <a:cs typeface="Hubot Sans"/>
              </a:defRPr>
            </a:lvl3pPr>
            <a:lvl4pPr>
              <a:lnSpc>
                <a:spcPct val="100000"/>
              </a:lnSpc>
              <a:spcBef>
                <a:spcPts val="0"/>
              </a:spcBef>
              <a:spcAft>
                <a:spcPts val="0"/>
              </a:spcAft>
              <a:buSzPts val="2400"/>
              <a:buFont typeface="Hubot Sans"/>
              <a:buNone/>
              <a:defRPr sz="2400" b="1">
                <a:latin typeface="Hubot Sans"/>
                <a:ea typeface="Hubot Sans"/>
                <a:cs typeface="Hubot Sans"/>
              </a:defRPr>
            </a:lvl4pPr>
            <a:lvl5pPr>
              <a:lnSpc>
                <a:spcPct val="100000"/>
              </a:lnSpc>
              <a:spcBef>
                <a:spcPts val="0"/>
              </a:spcBef>
              <a:spcAft>
                <a:spcPts val="0"/>
              </a:spcAft>
              <a:buSzPts val="2400"/>
              <a:buFont typeface="Hubot Sans"/>
              <a:buNone/>
              <a:defRPr sz="2400" b="1">
                <a:latin typeface="Hubot Sans"/>
                <a:ea typeface="Hubot Sans"/>
                <a:cs typeface="Hubot Sans"/>
              </a:defRPr>
            </a:lvl5pPr>
            <a:lvl6pPr>
              <a:lnSpc>
                <a:spcPct val="100000"/>
              </a:lnSpc>
              <a:spcBef>
                <a:spcPts val="0"/>
              </a:spcBef>
              <a:spcAft>
                <a:spcPts val="0"/>
              </a:spcAft>
              <a:buSzPts val="2400"/>
              <a:buFont typeface="Hubot Sans"/>
              <a:buNone/>
              <a:defRPr sz="2400" b="1">
                <a:latin typeface="Hubot Sans"/>
                <a:ea typeface="Hubot Sans"/>
                <a:cs typeface="Hubot Sans"/>
              </a:defRPr>
            </a:lvl6pPr>
            <a:lvl7pPr>
              <a:lnSpc>
                <a:spcPct val="100000"/>
              </a:lnSpc>
              <a:spcBef>
                <a:spcPts val="0"/>
              </a:spcBef>
              <a:spcAft>
                <a:spcPts val="0"/>
              </a:spcAft>
              <a:buSzPts val="2400"/>
              <a:buFont typeface="Hubot Sans"/>
              <a:buNone/>
              <a:defRPr sz="2400" b="1">
                <a:latin typeface="Hubot Sans"/>
                <a:ea typeface="Hubot Sans"/>
                <a:cs typeface="Hubot Sans"/>
              </a:defRPr>
            </a:lvl7pPr>
            <a:lvl8pPr>
              <a:lnSpc>
                <a:spcPct val="100000"/>
              </a:lnSpc>
              <a:spcBef>
                <a:spcPts val="0"/>
              </a:spcBef>
              <a:spcAft>
                <a:spcPts val="0"/>
              </a:spcAft>
              <a:buSzPts val="2400"/>
              <a:buFont typeface="Hubot Sans"/>
              <a:buNone/>
              <a:defRPr sz="2400" b="1">
                <a:latin typeface="Hubot Sans"/>
                <a:ea typeface="Hubot Sans"/>
                <a:cs typeface="Hubot Sans"/>
              </a:defRPr>
            </a:lvl8pPr>
            <a:lvl9pP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Tree>
  </p:cSld>
</p:sldLayout>
</file>

<file path=ppt/slideLayouts/slideLayout13.xml><?xml version="1.0" encoding="utf-8"?>
<p:sldLayout xmlns:p="http://schemas.openxmlformats.org/presentationml/2006/main" matchingName="Title only 1">
  <p:cSld name="TITLE_ONLY_1">
    <p:spTree>
      <p:nvGrpSpPr>
        <p:cNvPr id="1" name=""/>
        <p:cNvGrpSpPr/>
        <p:nvPr/>
      </p:nvGrpSpPr>
      <p:grpSpPr>
        <a:xfrm xmlns:a="http://schemas.openxmlformats.org/drawingml/2006/main"/>
      </p:grpSpPr>
      <p:pic>
        <p:nvPicPr>
          <p:cNvPr id="76" name="Google Shape;76;p14">
            <a:extLst xmlns:a="http://schemas.openxmlformats.org/drawingml/2006/main">
              <a:ext uri="{FF2B5EF4-FFF2-40B4-BE49-F238E27FC236}">
                <a16:creationId xmlns:a16="http://schemas.microsoft.com/office/drawing/2014/main" id="{0890A097-2A42-497A-8CCB-120019287B7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231bd298be2407e">
            <a:alphaModFix/>
          </a:blip>
          <a:srcRect xmlns:a="http://schemas.openxmlformats.org/drawingml/2006/main" l="0" t="0" r="0" b="0"/>
          <a:stretch xmlns:a="http://schemas.openxmlformats.org/drawingml/2006/main"/>
        </p:blipFill>
        <p:spPr>
          <a:xfrm xmlns:a="http://schemas.openxmlformats.org/drawingml/2006/main" rot="10800000">
            <a:off x="-1" y="-1"/>
            <a:ext cx="9144003" cy="5143501"/>
          </a:xfrm>
          <a:prstGeom xmlns:a="http://schemas.openxmlformats.org/drawingml/2006/main" prst="rect">
            <a:avLst/>
          </a:prstGeom>
          <a:ln xmlns:a="http://schemas.openxmlformats.org/drawingml/2006/main">
            <a:noFill/>
          </a:ln>
        </p:spPr>
      </p:pic>
      <p:cxnSp>
        <p:nvCxnSpPr>
          <p:cNvPr id="77" name="Google Shape;77;p14">
            <a:extLst xmlns:a="http://schemas.openxmlformats.org/drawingml/2006/main">
              <a:ext uri="{FF2B5EF4-FFF2-40B4-BE49-F238E27FC236}">
                <a16:creationId xmlns:a16="http://schemas.microsoft.com/office/drawing/2014/main" id="{574CF838-879B-44EF-A20B-0B5CA4565E82}"/>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78" name="Google Shape;78;p14">
            <a:extLst xmlns:a="http://schemas.openxmlformats.org/drawingml/2006/main">
              <a:ext uri="{FF2B5EF4-FFF2-40B4-BE49-F238E27FC236}">
                <a16:creationId xmlns:a16="http://schemas.microsoft.com/office/drawing/2014/main" id="{9E4DCC40-E2D3-4D0F-A0D8-36E2937416F7}"/>
              </a:ext>
            </a:extLst>
          </p:cNvPr>
          <p:cNvSpPr>
            <a:spLocks xmlns:a="http://schemas.openxmlformats.org/drawingml/2006/main" noGrp="1"/>
          </p:cNvSpPr>
          <p:nvPr>
            <p:ph type="title" idx="0"/>
          </p:nvPr>
        </p:nvSpPr>
        <p:spPr>
          <a:xfrm xmlns:a="http://schemas.openxmlformats.org/drawingml/2006/main">
            <a:off x="228600" y="2207706"/>
            <a:ext cx="2472000" cy="9852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2600"/>
              <a:buNone/>
              <a:defRPr/>
            </a:lvl1pPr>
            <a:lvl2pPr>
              <a:spcBef>
                <a:spcPts val="0"/>
              </a:spcBef>
              <a:spcAft>
                <a:spcPts val="0"/>
              </a:spcAft>
              <a:buSzPts val="2600"/>
              <a:buNone/>
              <a:defRPr/>
            </a:lvl2pPr>
            <a:lvl3pPr>
              <a:spcBef>
                <a:spcPts val="0"/>
              </a:spcBef>
              <a:spcAft>
                <a:spcPts val="0"/>
              </a:spcAft>
              <a:buSzPts val="2600"/>
              <a:buNone/>
              <a:defRPr/>
            </a:lvl3pPr>
            <a:lvl4pPr>
              <a:spcBef>
                <a:spcPts val="0"/>
              </a:spcBef>
              <a:spcAft>
                <a:spcPts val="0"/>
              </a:spcAft>
              <a:buSzPts val="2600"/>
              <a:buNone/>
              <a:defRPr/>
            </a:lvl4pPr>
            <a:lvl5pPr>
              <a:spcBef>
                <a:spcPts val="0"/>
              </a:spcBef>
              <a:spcAft>
                <a:spcPts val="0"/>
              </a:spcAft>
              <a:buSzPts val="2600"/>
              <a:buNone/>
              <a:defRPr/>
            </a:lvl5pPr>
            <a:lvl6pPr>
              <a:spcBef>
                <a:spcPts val="0"/>
              </a:spcBef>
              <a:spcAft>
                <a:spcPts val="0"/>
              </a:spcAft>
              <a:buSzPts val="2600"/>
              <a:buNone/>
              <a:defRPr/>
            </a:lvl6pPr>
            <a:lvl7pPr>
              <a:spcBef>
                <a:spcPts val="0"/>
              </a:spcBef>
              <a:spcAft>
                <a:spcPts val="0"/>
              </a:spcAft>
              <a:buSzPts val="2600"/>
              <a:buNone/>
              <a:defRPr/>
            </a:lvl7pPr>
            <a:lvl8pPr>
              <a:spcBef>
                <a:spcPts val="0"/>
              </a:spcBef>
              <a:spcAft>
                <a:spcPts val="0"/>
              </a:spcAft>
              <a:buSzPts val="2600"/>
              <a:buNone/>
              <a:defRPr/>
            </a:lvl8pPr>
            <a:lvl9pPr>
              <a:spcBef>
                <a:spcPts val="0"/>
              </a:spcBef>
              <a:spcAft>
                <a:spcPts val="0"/>
              </a:spcAft>
              <a:buSzPts val="2600"/>
              <a:buNone/>
              <a:defRPr/>
            </a:lvl9pPr>
          </a:lstStyle>
          <a:p xmlns:a="http://schemas.openxmlformats.org/drawingml/2006/main"/>
        </p:txBody>
      </p:sp>
    </p:spTree>
  </p:cSld>
</p:sldLayout>
</file>

<file path=ppt/slideLayouts/slideLayout14.xml><?xml version="1.0" encoding="utf-8"?>
<p:sldLayout xmlns:p="http://schemas.openxmlformats.org/presentationml/2006/main" matchingName="Title only 2">
  <p:cSld name="TITLE_ONLY_2">
    <p:spTree>
      <p:nvGrpSpPr>
        <p:cNvPr id="1" name=""/>
        <p:cNvGrpSpPr/>
        <p:nvPr/>
      </p:nvGrpSpPr>
      <p:grpSpPr>
        <a:xfrm xmlns:a="http://schemas.openxmlformats.org/drawingml/2006/main"/>
      </p:grpSpPr>
      <p:pic>
        <p:nvPicPr>
          <p:cNvPr id="80" name="Google Shape;80;p15">
            <a:extLst xmlns:a="http://schemas.openxmlformats.org/drawingml/2006/main">
              <a:ext uri="{FF2B5EF4-FFF2-40B4-BE49-F238E27FC236}">
                <a16:creationId xmlns:a16="http://schemas.microsoft.com/office/drawing/2014/main" id="{9DAB3435-91FB-4687-92E6-90AFA935222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a11a9af77c94ae8">
            <a:alphaModFix/>
          </a:blip>
          <a:srcRect xmlns:a="http://schemas.openxmlformats.org/drawingml/2006/main" l="0" t="0" r="0" b="0"/>
          <a:stretch xmlns:a="http://schemas.openxmlformats.org/drawingml/2006/main"/>
        </p:blipFill>
        <p:spPr>
          <a:xfrm xmlns:a="http://schemas.openxmlformats.org/drawingml/2006/main" rot="10800000">
            <a:off x="-1" y="-1"/>
            <a:ext cx="9144003" cy="5143501"/>
          </a:xfrm>
          <a:prstGeom xmlns:a="http://schemas.openxmlformats.org/drawingml/2006/main" prst="rect">
            <a:avLst/>
          </a:prstGeom>
          <a:ln xmlns:a="http://schemas.openxmlformats.org/drawingml/2006/main">
            <a:noFill/>
          </a:ln>
        </p:spPr>
      </p:pic>
      <p:cxnSp>
        <p:nvCxnSpPr>
          <p:cNvPr id="81" name="Google Shape;81;p15">
            <a:extLst xmlns:a="http://schemas.openxmlformats.org/drawingml/2006/main">
              <a:ext uri="{FF2B5EF4-FFF2-40B4-BE49-F238E27FC236}">
                <a16:creationId xmlns:a16="http://schemas.microsoft.com/office/drawing/2014/main" id="{2C1A13ED-8BFA-4A52-A5C8-1F29BEDF8C25}"/>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82" name="Google Shape;82;p15">
            <a:extLst xmlns:a="http://schemas.openxmlformats.org/drawingml/2006/main">
              <a:ext uri="{FF2B5EF4-FFF2-40B4-BE49-F238E27FC236}">
                <a16:creationId xmlns:a16="http://schemas.microsoft.com/office/drawing/2014/main" id="{60B0401F-FF12-47A6-916D-A1E83809E06D}"/>
              </a:ext>
            </a:extLst>
          </p:cNvPr>
          <p:cNvSpPr>
            <a:spLocks xmlns:a="http://schemas.openxmlformats.org/drawingml/2006/main" noGrp="1"/>
          </p:cNvSpPr>
          <p:nvPr>
            <p:ph type="title" idx="0"/>
          </p:nvPr>
        </p:nvSpPr>
        <p:spPr>
          <a:xfrm xmlns:a="http://schemas.openxmlformats.org/drawingml/2006/main">
            <a:off x="228600" y="228600"/>
            <a:ext cx="8686800" cy="572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spcBef>
                <a:spcPts val="0"/>
              </a:spcBef>
              <a:spcAft>
                <a:spcPts val="0"/>
              </a:spcAft>
              <a:buSzPts val="2600"/>
              <a:buNone/>
              <a:defRPr/>
            </a:lvl1pPr>
            <a:lvl2pPr>
              <a:spcBef>
                <a:spcPts val="0"/>
              </a:spcBef>
              <a:spcAft>
                <a:spcPts val="0"/>
              </a:spcAft>
              <a:buSzPts val="2600"/>
              <a:buNone/>
              <a:defRPr/>
            </a:lvl2pPr>
            <a:lvl3pPr>
              <a:spcBef>
                <a:spcPts val="0"/>
              </a:spcBef>
              <a:spcAft>
                <a:spcPts val="0"/>
              </a:spcAft>
              <a:buSzPts val="2600"/>
              <a:buNone/>
              <a:defRPr/>
            </a:lvl3pPr>
            <a:lvl4pPr>
              <a:spcBef>
                <a:spcPts val="0"/>
              </a:spcBef>
              <a:spcAft>
                <a:spcPts val="0"/>
              </a:spcAft>
              <a:buSzPts val="2600"/>
              <a:buNone/>
              <a:defRPr/>
            </a:lvl4pPr>
            <a:lvl5pPr>
              <a:spcBef>
                <a:spcPts val="0"/>
              </a:spcBef>
              <a:spcAft>
                <a:spcPts val="0"/>
              </a:spcAft>
              <a:buSzPts val="2600"/>
              <a:buNone/>
              <a:defRPr/>
            </a:lvl5pPr>
            <a:lvl6pPr>
              <a:spcBef>
                <a:spcPts val="0"/>
              </a:spcBef>
              <a:spcAft>
                <a:spcPts val="0"/>
              </a:spcAft>
              <a:buSzPts val="2600"/>
              <a:buNone/>
              <a:defRPr/>
            </a:lvl6pPr>
            <a:lvl7pPr>
              <a:spcBef>
                <a:spcPts val="0"/>
              </a:spcBef>
              <a:spcAft>
                <a:spcPts val="0"/>
              </a:spcAft>
              <a:buSzPts val="2600"/>
              <a:buNone/>
              <a:defRPr/>
            </a:lvl7pPr>
            <a:lvl8pPr>
              <a:spcBef>
                <a:spcPts val="0"/>
              </a:spcBef>
              <a:spcAft>
                <a:spcPts val="0"/>
              </a:spcAft>
              <a:buSzPts val="2600"/>
              <a:buNone/>
              <a:defRPr/>
            </a:lvl8pPr>
            <a:lvl9pPr>
              <a:spcBef>
                <a:spcPts val="0"/>
              </a:spcBef>
              <a:spcAft>
                <a:spcPts val="0"/>
              </a:spcAft>
              <a:buSzPts val="2600"/>
              <a:buNone/>
              <a:defRPr/>
            </a:lvl9pPr>
          </a:lstStyle>
          <a:p xmlns:a="http://schemas.openxmlformats.org/drawingml/2006/main"/>
        </p:txBody>
      </p:sp>
    </p:spTree>
  </p:cSld>
</p:sldLayout>
</file>

<file path=ppt/slideLayouts/slideLayout15.xml><?xml version="1.0" encoding="utf-8"?>
<p:sldLayout xmlns:p="http://schemas.openxmlformats.org/presentationml/2006/main" matchingName="Title only 3">
  <p:cSld name="TITLE_ONLY_2_1">
    <p:spTree>
      <p:nvGrpSpPr>
        <p:cNvPr id="1" name=""/>
        <p:cNvGrpSpPr/>
        <p:nvPr/>
      </p:nvGrpSpPr>
      <p:grpSpPr>
        <a:xfrm xmlns:a="http://schemas.openxmlformats.org/drawingml/2006/main"/>
      </p:grpSpPr>
      <p:pic>
        <p:nvPicPr>
          <p:cNvPr id="84" name="Google Shape;84;p16">
            <a:extLst xmlns:a="http://schemas.openxmlformats.org/drawingml/2006/main">
              <a:ext uri="{FF2B5EF4-FFF2-40B4-BE49-F238E27FC236}">
                <a16:creationId xmlns:a16="http://schemas.microsoft.com/office/drawing/2014/main" id="{ED6DC4FF-088D-43B2-B0DE-6E26E791AFE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597243cff3541f6">
            <a:alphaModFix/>
          </a:blip>
          <a:srcRect xmlns:a="http://schemas.openxmlformats.org/drawingml/2006/main" l="12362" t="6763" r="825" b="6424"/>
          <a:stretch xmlns:a="http://schemas.openxmlformats.org/drawingml/2006/main"/>
        </p:blipFill>
        <p:spPr>
          <a:xfrm xmlns:a="http://schemas.openxmlformats.org/drawingml/2006/main" flipH="1">
            <a:off x="-1" y="-1"/>
            <a:ext cx="9144003" cy="5143501"/>
          </a:xfrm>
          <a:prstGeom xmlns:a="http://schemas.openxmlformats.org/drawingml/2006/main" prst="rect">
            <a:avLst/>
          </a:prstGeom>
          <a:ln xmlns:a="http://schemas.openxmlformats.org/drawingml/2006/main">
            <a:noFill/>
          </a:ln>
        </p:spPr>
      </p:pic>
      <p:cxnSp>
        <p:nvCxnSpPr>
          <p:cNvPr id="85" name="Google Shape;85;p16">
            <a:extLst xmlns:a="http://schemas.openxmlformats.org/drawingml/2006/main">
              <a:ext uri="{FF2B5EF4-FFF2-40B4-BE49-F238E27FC236}">
                <a16:creationId xmlns:a16="http://schemas.microsoft.com/office/drawing/2014/main" id="{AE714624-CA1B-4195-BD04-E4DDF3C49FE8}"/>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86" name="Google Shape;86;p16">
            <a:extLst xmlns:a="http://schemas.openxmlformats.org/drawingml/2006/main">
              <a:ext uri="{FF2B5EF4-FFF2-40B4-BE49-F238E27FC236}">
                <a16:creationId xmlns:a16="http://schemas.microsoft.com/office/drawing/2014/main" id="{1EB221D1-B436-4A9E-8DF5-82F2C230B5C8}"/>
              </a:ext>
            </a:extLst>
          </p:cNvPr>
          <p:cNvSpPr>
            <a:spLocks xmlns:a="http://schemas.openxmlformats.org/drawingml/2006/main" noGrp="1"/>
          </p:cNvSpPr>
          <p:nvPr>
            <p:ph type="title" idx="0"/>
          </p:nvPr>
        </p:nvSpPr>
        <p:spPr>
          <a:xfrm xmlns:a="http://schemas.openxmlformats.org/drawingml/2006/main">
            <a:off x="228600" y="228600"/>
            <a:ext cx="8686800" cy="572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spcBef>
                <a:spcPts val="0"/>
              </a:spcBef>
              <a:spcAft>
                <a:spcPts val="0"/>
              </a:spcAft>
              <a:buSzPts val="2600"/>
              <a:buNone/>
              <a:defRPr/>
            </a:lvl1pPr>
            <a:lvl2pPr>
              <a:spcBef>
                <a:spcPts val="0"/>
              </a:spcBef>
              <a:spcAft>
                <a:spcPts val="0"/>
              </a:spcAft>
              <a:buSzPts val="2600"/>
              <a:buNone/>
              <a:defRPr/>
            </a:lvl2pPr>
            <a:lvl3pPr>
              <a:spcBef>
                <a:spcPts val="0"/>
              </a:spcBef>
              <a:spcAft>
                <a:spcPts val="0"/>
              </a:spcAft>
              <a:buSzPts val="2600"/>
              <a:buNone/>
              <a:defRPr/>
            </a:lvl3pPr>
            <a:lvl4pPr>
              <a:spcBef>
                <a:spcPts val="0"/>
              </a:spcBef>
              <a:spcAft>
                <a:spcPts val="0"/>
              </a:spcAft>
              <a:buSzPts val="2600"/>
              <a:buNone/>
              <a:defRPr/>
            </a:lvl4pPr>
            <a:lvl5pPr>
              <a:spcBef>
                <a:spcPts val="0"/>
              </a:spcBef>
              <a:spcAft>
                <a:spcPts val="0"/>
              </a:spcAft>
              <a:buSzPts val="2600"/>
              <a:buNone/>
              <a:defRPr/>
            </a:lvl5pPr>
            <a:lvl6pPr>
              <a:spcBef>
                <a:spcPts val="0"/>
              </a:spcBef>
              <a:spcAft>
                <a:spcPts val="0"/>
              </a:spcAft>
              <a:buSzPts val="2600"/>
              <a:buNone/>
              <a:defRPr/>
            </a:lvl6pPr>
            <a:lvl7pPr>
              <a:spcBef>
                <a:spcPts val="0"/>
              </a:spcBef>
              <a:spcAft>
                <a:spcPts val="0"/>
              </a:spcAft>
              <a:buSzPts val="2600"/>
              <a:buNone/>
              <a:defRPr/>
            </a:lvl7pPr>
            <a:lvl8pPr>
              <a:spcBef>
                <a:spcPts val="0"/>
              </a:spcBef>
              <a:spcAft>
                <a:spcPts val="0"/>
              </a:spcAft>
              <a:buSzPts val="2600"/>
              <a:buNone/>
              <a:defRPr/>
            </a:lvl8pPr>
            <a:lvl9pPr>
              <a:spcBef>
                <a:spcPts val="0"/>
              </a:spcBef>
              <a:spcAft>
                <a:spcPts val="0"/>
              </a:spcAft>
              <a:buSzPts val="2600"/>
              <a:buNone/>
              <a:defRPr/>
            </a:lvl9pPr>
          </a:lstStyle>
          <a:p xmlns:a="http://schemas.openxmlformats.org/drawingml/2006/main"/>
        </p:txBody>
      </p:sp>
    </p:spTree>
  </p:cSld>
</p:sldLayout>
</file>

<file path=ppt/slideLayouts/slideLayout16.xml><?xml version="1.0" encoding="utf-8"?>
<p:sldLayout xmlns:p="http://schemas.openxmlformats.org/presentationml/2006/main" matchingName="Title and text">
  <p:cSld name="ONE_COLUMN_TEXT_1">
    <p:spTree>
      <p:nvGrpSpPr>
        <p:cNvPr id="1" name=""/>
        <p:cNvGrpSpPr/>
        <p:nvPr/>
      </p:nvGrpSpPr>
      <p:grpSpPr>
        <a:xfrm xmlns:a="http://schemas.openxmlformats.org/drawingml/2006/main"/>
      </p:grpSpPr>
      <p:pic>
        <p:nvPicPr>
          <p:cNvPr id="88" name="Google Shape;88;p17">
            <a:extLst xmlns:a="http://schemas.openxmlformats.org/drawingml/2006/main">
              <a:ext uri="{FF2B5EF4-FFF2-40B4-BE49-F238E27FC236}">
                <a16:creationId xmlns:a16="http://schemas.microsoft.com/office/drawing/2014/main" id="{3C9E6F48-E54A-4650-971D-DB91D5D9317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758136b52b4449d">
            <a:alphaModFix/>
          </a:blip>
          <a:srcRect xmlns:a="http://schemas.openxmlformats.org/drawingml/2006/main" l="0" t="0" r="0" b="0"/>
          <a:stretch xmlns:a="http://schemas.openxmlformats.org/drawingml/2006/main"/>
        </p:blipFill>
        <p:spPr>
          <a:xfrm xmlns:a="http://schemas.openxmlformats.org/drawingml/2006/main" rot="10800000" flipH="1">
            <a:off x="-1" y="-1"/>
            <a:ext cx="9144003" cy="5143501"/>
          </a:xfrm>
          <a:prstGeom xmlns:a="http://schemas.openxmlformats.org/drawingml/2006/main" prst="rect">
            <a:avLst/>
          </a:prstGeom>
          <a:ln xmlns:a="http://schemas.openxmlformats.org/drawingml/2006/main">
            <a:noFill/>
          </a:ln>
        </p:spPr>
      </p:pic>
      <p:cxnSp>
        <p:nvCxnSpPr>
          <p:cNvPr id="89" name="Google Shape;89;p17">
            <a:extLst xmlns:a="http://schemas.openxmlformats.org/drawingml/2006/main">
              <a:ext uri="{FF2B5EF4-FFF2-40B4-BE49-F238E27FC236}">
                <a16:creationId xmlns:a16="http://schemas.microsoft.com/office/drawing/2014/main" id="{4B545CF8-A274-4ED5-8F53-9ECCAE6B2A12}"/>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90" name="Google Shape;90;p17">
            <a:extLst xmlns:a="http://schemas.openxmlformats.org/drawingml/2006/main">
              <a:ext uri="{FF2B5EF4-FFF2-40B4-BE49-F238E27FC236}">
                <a16:creationId xmlns:a16="http://schemas.microsoft.com/office/drawing/2014/main" id="{6E258721-0CDE-48E0-A959-908E7EF2A6D2}"/>
              </a:ext>
            </a:extLst>
          </p:cNvPr>
          <p:cNvSpPr>
            <a:spLocks xmlns:a="http://schemas.openxmlformats.org/drawingml/2006/main" noGrp="1"/>
          </p:cNvSpPr>
          <p:nvPr>
            <p:ph type="title" idx="0"/>
          </p:nvPr>
        </p:nvSpPr>
        <p:spPr>
          <a:xfrm xmlns:a="http://schemas.openxmlformats.org/drawingml/2006/main">
            <a:off x="228600" y="265050"/>
            <a:ext cx="4304100" cy="20541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2600"/>
              <a:buNone/>
              <a:defRPr/>
            </a:lvl1pPr>
            <a:lvl2pPr>
              <a:spcBef>
                <a:spcPts val="0"/>
              </a:spcBef>
              <a:spcAft>
                <a:spcPts val="0"/>
              </a:spcAft>
              <a:buSzPts val="2600"/>
              <a:buNone/>
              <a:defRPr/>
            </a:lvl2pPr>
            <a:lvl3pPr>
              <a:spcBef>
                <a:spcPts val="0"/>
              </a:spcBef>
              <a:spcAft>
                <a:spcPts val="0"/>
              </a:spcAft>
              <a:buSzPts val="2600"/>
              <a:buNone/>
              <a:defRPr/>
            </a:lvl3pPr>
            <a:lvl4pPr>
              <a:spcBef>
                <a:spcPts val="0"/>
              </a:spcBef>
              <a:spcAft>
                <a:spcPts val="0"/>
              </a:spcAft>
              <a:buSzPts val="2600"/>
              <a:buNone/>
              <a:defRPr/>
            </a:lvl4pPr>
            <a:lvl5pPr>
              <a:spcBef>
                <a:spcPts val="0"/>
              </a:spcBef>
              <a:spcAft>
                <a:spcPts val="0"/>
              </a:spcAft>
              <a:buSzPts val="2600"/>
              <a:buNone/>
              <a:defRPr/>
            </a:lvl5pPr>
            <a:lvl6pPr>
              <a:spcBef>
                <a:spcPts val="0"/>
              </a:spcBef>
              <a:spcAft>
                <a:spcPts val="0"/>
              </a:spcAft>
              <a:buSzPts val="2600"/>
              <a:buNone/>
              <a:defRPr/>
            </a:lvl6pPr>
            <a:lvl7pPr>
              <a:spcBef>
                <a:spcPts val="0"/>
              </a:spcBef>
              <a:spcAft>
                <a:spcPts val="0"/>
              </a:spcAft>
              <a:buSzPts val="2600"/>
              <a:buNone/>
              <a:defRPr/>
            </a:lvl7pPr>
            <a:lvl8pPr>
              <a:spcBef>
                <a:spcPts val="0"/>
              </a:spcBef>
              <a:spcAft>
                <a:spcPts val="0"/>
              </a:spcAft>
              <a:buSzPts val="2600"/>
              <a:buNone/>
              <a:defRPr/>
            </a:lvl8pPr>
            <a:lvl9pPr>
              <a:spcBef>
                <a:spcPts val="0"/>
              </a:spcBef>
              <a:spcAft>
                <a:spcPts val="0"/>
              </a:spcAft>
              <a:buSzPts val="2600"/>
              <a:buNone/>
              <a:defRPr/>
            </a:lvl9pPr>
          </a:lstStyle>
          <a:p xmlns:a="http://schemas.openxmlformats.org/drawingml/2006/main"/>
        </p:txBody>
      </p:sp>
      <p:sp>
        <p:nvSpPr>
          <p:cNvPr id="91" name="Google Shape;91;p17">
            <a:extLst xmlns:a="http://schemas.openxmlformats.org/drawingml/2006/main">
              <a:ext uri="{FF2B5EF4-FFF2-40B4-BE49-F238E27FC236}">
                <a16:creationId xmlns:a16="http://schemas.microsoft.com/office/drawing/2014/main" id="{94ACDF50-B257-4F74-AB6A-379DCA1B0D36}"/>
              </a:ext>
            </a:extLst>
          </p:cNvPr>
          <p:cNvSpPr>
            <a:spLocks xmlns:a="http://schemas.openxmlformats.org/drawingml/2006/main" noGrp="1"/>
          </p:cNvSpPr>
          <p:nvPr>
            <p:ph type="subTitle" idx="1"/>
          </p:nvPr>
        </p:nvSpPr>
        <p:spPr>
          <a:xfrm xmlns:a="http://schemas.openxmlformats.org/drawingml/2006/main">
            <a:off x="2877125" y="2547600"/>
            <a:ext cx="6038400" cy="20541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400"/>
              <a:buChar char="●"/>
              <a:defRPr/>
            </a:lvl1pPr>
            <a:lvl2pPr algn="ctr">
              <a:lnSpc>
                <a:spcPct val="100000"/>
              </a:lnSpc>
              <a:spcBef>
                <a:spcPts val="0"/>
              </a:spcBef>
              <a:spcAft>
                <a:spcPts val="0"/>
              </a:spcAft>
              <a:buSzPts val="1200"/>
              <a:buChar char="○"/>
              <a:defRPr/>
            </a:lvl2pPr>
            <a:lvl3pPr algn="ctr">
              <a:lnSpc>
                <a:spcPct val="100000"/>
              </a:lnSpc>
              <a:spcBef>
                <a:spcPts val="0"/>
              </a:spcBef>
              <a:spcAft>
                <a:spcPts val="0"/>
              </a:spcAft>
              <a:buSzPts val="1200"/>
              <a:buChar char="■"/>
              <a:defRPr/>
            </a:lvl3pPr>
            <a:lvl4pPr algn="ctr">
              <a:lnSpc>
                <a:spcPct val="100000"/>
              </a:lnSpc>
              <a:spcBef>
                <a:spcPts val="0"/>
              </a:spcBef>
              <a:spcAft>
                <a:spcPts val="0"/>
              </a:spcAft>
              <a:buSzPts val="1200"/>
              <a:buChar char="●"/>
              <a:defRPr/>
            </a:lvl4pPr>
            <a:lvl5pPr algn="ctr">
              <a:lnSpc>
                <a:spcPct val="100000"/>
              </a:lnSpc>
              <a:spcBef>
                <a:spcPts val="0"/>
              </a:spcBef>
              <a:spcAft>
                <a:spcPts val="0"/>
              </a:spcAft>
              <a:buSzPts val="1200"/>
              <a:buChar char="○"/>
              <a:defRPr/>
            </a:lvl5pPr>
            <a:lvl6pPr algn="ctr">
              <a:lnSpc>
                <a:spcPct val="100000"/>
              </a:lnSpc>
              <a:spcBef>
                <a:spcPts val="0"/>
              </a:spcBef>
              <a:spcAft>
                <a:spcPts val="0"/>
              </a:spcAft>
              <a:buSzPts val="1200"/>
              <a:buChar char="■"/>
              <a:defRPr/>
            </a:lvl6pPr>
            <a:lvl7pPr algn="ctr">
              <a:lnSpc>
                <a:spcPct val="100000"/>
              </a:lnSpc>
              <a:spcBef>
                <a:spcPts val="0"/>
              </a:spcBef>
              <a:spcAft>
                <a:spcPts val="0"/>
              </a:spcAft>
              <a:buSzPts val="1200"/>
              <a:buChar char="●"/>
              <a:defRPr/>
            </a:lvl7pPr>
            <a:lvl8pPr algn="ctr">
              <a:lnSpc>
                <a:spcPct val="100000"/>
              </a:lnSpc>
              <a:spcBef>
                <a:spcPts val="0"/>
              </a:spcBef>
              <a:spcAft>
                <a:spcPts val="0"/>
              </a:spcAft>
              <a:buSzPts val="1200"/>
              <a:buChar char="○"/>
              <a:defRPr/>
            </a:lvl8pPr>
            <a:lvl9pPr algn="ctr">
              <a:lnSpc>
                <a:spcPct val="100000"/>
              </a:lnSpc>
              <a:spcBef>
                <a:spcPts val="0"/>
              </a:spcBef>
              <a:spcAft>
                <a:spcPts val="0"/>
              </a:spcAft>
              <a:buSzPts val="1200"/>
              <a:buChar char="■"/>
              <a:defRPr/>
            </a:lvl9pPr>
          </a:lstStyle>
          <a:p xmlns:a="http://schemas.openxmlformats.org/drawingml/2006/main"/>
        </p:txBody>
      </p:sp>
    </p:spTree>
  </p:cSld>
</p:sldLayout>
</file>

<file path=ppt/slideLayouts/slideLayout17.xml><?xml version="1.0" encoding="utf-8"?>
<p:sldLayout xmlns:p="http://schemas.openxmlformats.org/presentationml/2006/main" matchingName="Title and text 1">
  <p:cSld name="ONE_COLUMN_TEXT_2">
    <p:spTree>
      <p:nvGrpSpPr>
        <p:cNvPr id="1" name=""/>
        <p:cNvGrpSpPr/>
        <p:nvPr/>
      </p:nvGrpSpPr>
      <p:grpSpPr>
        <a:xfrm xmlns:a="http://schemas.openxmlformats.org/drawingml/2006/main"/>
      </p:grpSpPr>
      <p:pic>
        <p:nvPicPr>
          <p:cNvPr id="93" name="Google Shape;93;p18">
            <a:extLst xmlns:a="http://schemas.openxmlformats.org/drawingml/2006/main">
              <a:ext uri="{FF2B5EF4-FFF2-40B4-BE49-F238E27FC236}">
                <a16:creationId xmlns:a16="http://schemas.microsoft.com/office/drawing/2014/main" id="{B2CCCECB-89B8-411F-8101-367CF463BF8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da838c8453d4f5b">
            <a:alphaModFix/>
          </a:blip>
          <a:srcRect xmlns:a="http://schemas.openxmlformats.org/drawingml/2006/main" l="0" t="0" r="0" b="0"/>
          <a:stretch xmlns:a="http://schemas.openxmlformats.org/drawingml/2006/main"/>
        </p:blipFill>
        <p:spPr>
          <a:xfrm xmlns:a="http://schemas.openxmlformats.org/drawingml/2006/main" rot="10800000">
            <a:off x="-1" y="-1"/>
            <a:ext cx="9144003" cy="5143501"/>
          </a:xfrm>
          <a:prstGeom xmlns:a="http://schemas.openxmlformats.org/drawingml/2006/main" prst="rect">
            <a:avLst/>
          </a:prstGeom>
          <a:ln xmlns:a="http://schemas.openxmlformats.org/drawingml/2006/main">
            <a:noFill/>
          </a:ln>
        </p:spPr>
      </p:pic>
      <p:cxnSp>
        <p:nvCxnSpPr>
          <p:cNvPr id="94" name="Google Shape;94;p18">
            <a:extLst xmlns:a="http://schemas.openxmlformats.org/drawingml/2006/main">
              <a:ext uri="{FF2B5EF4-FFF2-40B4-BE49-F238E27FC236}">
                <a16:creationId xmlns:a16="http://schemas.microsoft.com/office/drawing/2014/main" id="{BE490274-A5B6-49FD-BF62-DA65FD6CB525}"/>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95" name="Google Shape;95;p18">
            <a:extLst xmlns:a="http://schemas.openxmlformats.org/drawingml/2006/main">
              <a:ext uri="{FF2B5EF4-FFF2-40B4-BE49-F238E27FC236}">
                <a16:creationId xmlns:a16="http://schemas.microsoft.com/office/drawing/2014/main" id="{AB755B74-3068-4BC8-B8BD-229C42560E65}"/>
              </a:ext>
            </a:extLst>
          </p:cNvPr>
          <p:cNvSpPr>
            <a:spLocks xmlns:a="http://schemas.openxmlformats.org/drawingml/2006/main" noGrp="1"/>
          </p:cNvSpPr>
          <p:nvPr>
            <p:ph type="title" idx="0"/>
          </p:nvPr>
        </p:nvSpPr>
        <p:spPr>
          <a:xfrm xmlns:a="http://schemas.openxmlformats.org/drawingml/2006/main">
            <a:off x="228600" y="1205400"/>
            <a:ext cx="4323300" cy="5727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2600"/>
              <a:buNone/>
              <a:defRPr/>
            </a:lvl1pPr>
            <a:lvl2pPr>
              <a:spcBef>
                <a:spcPts val="0"/>
              </a:spcBef>
              <a:spcAft>
                <a:spcPts val="0"/>
              </a:spcAft>
              <a:buSzPts val="2600"/>
              <a:buNone/>
              <a:defRPr/>
            </a:lvl2pPr>
            <a:lvl3pPr>
              <a:spcBef>
                <a:spcPts val="0"/>
              </a:spcBef>
              <a:spcAft>
                <a:spcPts val="0"/>
              </a:spcAft>
              <a:buSzPts val="2600"/>
              <a:buNone/>
              <a:defRPr/>
            </a:lvl3pPr>
            <a:lvl4pPr>
              <a:spcBef>
                <a:spcPts val="0"/>
              </a:spcBef>
              <a:spcAft>
                <a:spcPts val="0"/>
              </a:spcAft>
              <a:buSzPts val="2600"/>
              <a:buNone/>
              <a:defRPr/>
            </a:lvl4pPr>
            <a:lvl5pPr>
              <a:spcBef>
                <a:spcPts val="0"/>
              </a:spcBef>
              <a:spcAft>
                <a:spcPts val="0"/>
              </a:spcAft>
              <a:buSzPts val="2600"/>
              <a:buNone/>
              <a:defRPr/>
            </a:lvl5pPr>
            <a:lvl6pPr>
              <a:spcBef>
                <a:spcPts val="0"/>
              </a:spcBef>
              <a:spcAft>
                <a:spcPts val="0"/>
              </a:spcAft>
              <a:buSzPts val="2600"/>
              <a:buNone/>
              <a:defRPr/>
            </a:lvl6pPr>
            <a:lvl7pPr>
              <a:spcBef>
                <a:spcPts val="0"/>
              </a:spcBef>
              <a:spcAft>
                <a:spcPts val="0"/>
              </a:spcAft>
              <a:buSzPts val="2600"/>
              <a:buNone/>
              <a:defRPr/>
            </a:lvl7pPr>
            <a:lvl8pPr>
              <a:spcBef>
                <a:spcPts val="0"/>
              </a:spcBef>
              <a:spcAft>
                <a:spcPts val="0"/>
              </a:spcAft>
              <a:buSzPts val="2600"/>
              <a:buNone/>
              <a:defRPr/>
            </a:lvl8pPr>
            <a:lvl9pPr>
              <a:spcBef>
                <a:spcPts val="0"/>
              </a:spcBef>
              <a:spcAft>
                <a:spcPts val="0"/>
              </a:spcAft>
              <a:buSzPts val="2600"/>
              <a:buNone/>
              <a:defRPr/>
            </a:lvl9pPr>
          </a:lstStyle>
          <a:p xmlns:a="http://schemas.openxmlformats.org/drawingml/2006/main"/>
        </p:txBody>
      </p:sp>
      <p:sp>
        <p:nvSpPr>
          <p:cNvPr id="96" name="Google Shape;96;p18">
            <a:extLst xmlns:a="http://schemas.openxmlformats.org/drawingml/2006/main">
              <a:ext uri="{FF2B5EF4-FFF2-40B4-BE49-F238E27FC236}">
                <a16:creationId xmlns:a16="http://schemas.microsoft.com/office/drawing/2014/main" id="{DBAC9FEA-00AB-4592-969F-132787B5C9EB}"/>
              </a:ext>
            </a:extLst>
          </p:cNvPr>
          <p:cNvSpPr>
            <a:spLocks xmlns:a="http://schemas.openxmlformats.org/drawingml/2006/main" noGrp="1"/>
          </p:cNvSpPr>
          <p:nvPr>
            <p:ph type="subTitle" idx="1"/>
          </p:nvPr>
        </p:nvSpPr>
        <p:spPr>
          <a:xfrm xmlns:a="http://schemas.openxmlformats.org/drawingml/2006/main">
            <a:off x="228600" y="1778100"/>
            <a:ext cx="4323300" cy="21600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200"/>
              <a:buFont typeface="Nunito Light"/>
              <a:buChar char="●"/>
              <a:defRPr/>
            </a:lvl1pPr>
            <a:lvl2pPr algn="ctr">
              <a:lnSpc>
                <a:spcPct val="100000"/>
              </a:lnSpc>
              <a:spcBef>
                <a:spcPts val="0"/>
              </a:spcBef>
              <a:spcAft>
                <a:spcPts val="0"/>
              </a:spcAft>
              <a:buClr>
                <a:srgbClr val="E76A28"/>
              </a:buClr>
              <a:buSzPts val="1200"/>
              <a:buFont typeface="Nunito Light"/>
              <a:buChar char="○"/>
              <a:defRPr/>
            </a:lvl2pPr>
            <a:lvl3pPr algn="ctr">
              <a:lnSpc>
                <a:spcPct val="100000"/>
              </a:lnSpc>
              <a:spcBef>
                <a:spcPts val="0"/>
              </a:spcBef>
              <a:spcAft>
                <a:spcPts val="0"/>
              </a:spcAft>
              <a:buClr>
                <a:srgbClr val="E76A28"/>
              </a:buClr>
              <a:buSzPts val="1200"/>
              <a:buFont typeface="Nunito Light"/>
              <a:buChar char="■"/>
              <a:defRPr/>
            </a:lvl3pPr>
            <a:lvl4pPr algn="ctr">
              <a:lnSpc>
                <a:spcPct val="100000"/>
              </a:lnSpc>
              <a:spcBef>
                <a:spcPts val="0"/>
              </a:spcBef>
              <a:spcAft>
                <a:spcPts val="0"/>
              </a:spcAft>
              <a:buClr>
                <a:srgbClr val="E76A28"/>
              </a:buClr>
              <a:buSzPts val="1200"/>
              <a:buFont typeface="Nunito Light"/>
              <a:buChar char="●"/>
              <a:defRPr/>
            </a:lvl4pPr>
            <a:lvl5pPr algn="ctr">
              <a:lnSpc>
                <a:spcPct val="100000"/>
              </a:lnSpc>
              <a:spcBef>
                <a:spcPts val="0"/>
              </a:spcBef>
              <a:spcAft>
                <a:spcPts val="0"/>
              </a:spcAft>
              <a:buClr>
                <a:srgbClr val="E76A28"/>
              </a:buClr>
              <a:buSzPts val="1200"/>
              <a:buFont typeface="Nunito Light"/>
              <a:buChar char="○"/>
              <a:defRPr/>
            </a:lvl5pPr>
            <a:lvl6pPr algn="ctr">
              <a:lnSpc>
                <a:spcPct val="100000"/>
              </a:lnSpc>
              <a:spcBef>
                <a:spcPts val="0"/>
              </a:spcBef>
              <a:spcAft>
                <a:spcPts val="0"/>
              </a:spcAft>
              <a:buClr>
                <a:srgbClr val="999999"/>
              </a:buClr>
              <a:buSzPts val="1200"/>
              <a:buFont typeface="Nunito Light"/>
              <a:buChar char="■"/>
              <a:defRPr/>
            </a:lvl6pPr>
            <a:lvl7pPr algn="ctr">
              <a:lnSpc>
                <a:spcPct val="100000"/>
              </a:lnSpc>
              <a:spcBef>
                <a:spcPts val="0"/>
              </a:spcBef>
              <a:spcAft>
                <a:spcPts val="0"/>
              </a:spcAft>
              <a:buClr>
                <a:srgbClr val="999999"/>
              </a:buClr>
              <a:buSzPts val="1200"/>
              <a:buFont typeface="Nunito Light"/>
              <a:buChar char="●"/>
              <a:defRPr/>
            </a:lvl7pPr>
            <a:lvl8pPr algn="ctr">
              <a:lnSpc>
                <a:spcPct val="100000"/>
              </a:lnSpc>
              <a:spcBef>
                <a:spcPts val="0"/>
              </a:spcBef>
              <a:spcAft>
                <a:spcPts val="0"/>
              </a:spcAft>
              <a:buClr>
                <a:srgbClr val="999999"/>
              </a:buClr>
              <a:buSzPts val="1200"/>
              <a:buFont typeface="Nunito Light"/>
              <a:buChar char="○"/>
              <a:defRPr/>
            </a:lvl8pPr>
            <a:lvl9pPr algn="ctr">
              <a:lnSpc>
                <a:spcPct val="100000"/>
              </a:lnSpc>
              <a:spcBef>
                <a:spcPts val="0"/>
              </a:spcBef>
              <a:spcAft>
                <a:spcPts val="0"/>
              </a:spcAft>
              <a:buClr>
                <a:srgbClr val="999999"/>
              </a:buClr>
              <a:buSzPts val="1200"/>
              <a:buFont typeface="Nunito Light"/>
              <a:buChar char="■"/>
              <a:defRPr/>
            </a:lvl9pPr>
          </a:lstStyle>
          <a:p xmlns:a="http://schemas.openxmlformats.org/drawingml/2006/main"/>
        </p:txBody>
      </p:sp>
      <p:sp>
        <p:nvSpPr>
          <p:cNvPr id="97" name="Google Shape;97;p18">
            <a:extLst xmlns:a="http://schemas.openxmlformats.org/drawingml/2006/main">
              <a:ext uri="{FF2B5EF4-FFF2-40B4-BE49-F238E27FC236}">
                <a16:creationId xmlns:a16="http://schemas.microsoft.com/office/drawing/2014/main" id="{46B81B0C-2DC5-4B92-9400-BEF0E0FB2FBE}"/>
              </a:ext>
            </a:extLst>
          </p:cNvPr>
          <p:cNvSpPr>
            <a:spLocks xmlns:a="http://schemas.openxmlformats.org/drawingml/2006/main" noGrp="1"/>
          </p:cNvSpPr>
          <p:nvPr>
            <p:ph type="pic" idx="2"/>
          </p:nvPr>
        </p:nvSpPr>
        <p:spPr>
          <a:xfrm xmlns:a="http://schemas.openxmlformats.org/drawingml/2006/main">
            <a:off x="5473200" y="228600"/>
            <a:ext cx="3442200" cy="4663500"/>
          </a:xfrm>
          <a:prstGeom xmlns:a="http://schemas.openxmlformats.org/drawingml/2006/main" prst="roundRect">
            <a:avLst>
              <a:gd name="adj" fmla="val 16667"/>
            </a:avLst>
          </a:prstGeom>
          <a:noFill xmlns:a="http://schemas.openxmlformats.org/drawingml/2006/main"/>
          <a:ln xmlns:a="http://schemas.openxmlformats.org/drawingml/2006/main" w="19050" cap="flat" cmpd="sng">
            <a:solidFill>
              <a:schemeClr val="dk2"/>
            </a:solidFill>
            <a:prstDash val="solid"/>
            <a:round/>
            <a:headEnd type="none" w="sm" len="sm"/>
            <a:tailEnd type="none" w="sm" len="sm"/>
          </a:ln>
        </p:spPr>
      </p:sp>
    </p:spTree>
  </p:cSld>
</p:sldLayout>
</file>

<file path=ppt/slideLayouts/slideLayout18.xml><?xml version="1.0" encoding="utf-8"?>
<p:sldLayout xmlns:p="http://schemas.openxmlformats.org/presentationml/2006/main" matchingName="Title and three columns">
  <p:cSld name="CUSTOM_6">
    <p:spTree>
      <p:nvGrpSpPr>
        <p:cNvPr id="1" name=""/>
        <p:cNvGrpSpPr/>
        <p:nvPr/>
      </p:nvGrpSpPr>
      <p:grpSpPr>
        <a:xfrm xmlns:a="http://schemas.openxmlformats.org/drawingml/2006/main"/>
      </p:grpSpPr>
      <p:pic>
        <p:nvPicPr>
          <p:cNvPr id="99" name="Google Shape;99;p19">
            <a:extLst xmlns:a="http://schemas.openxmlformats.org/drawingml/2006/main">
              <a:ext uri="{FF2B5EF4-FFF2-40B4-BE49-F238E27FC236}">
                <a16:creationId xmlns:a16="http://schemas.microsoft.com/office/drawing/2014/main" id="{04713DE9-85AC-41E1-9AD4-5FACBD41B12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0fe7c515a1d4096">
            <a:alphaModFix/>
          </a:blip>
          <a:srcRect xmlns:a="http://schemas.openxmlformats.org/drawingml/2006/main" l="0" t="0" r="0" b="0"/>
          <a:stretch xmlns:a="http://schemas.openxmlformats.org/drawingml/2006/main"/>
        </p:blipFill>
        <p:spPr>
          <a:xfrm xmlns:a="http://schemas.openxmlformats.org/drawingml/2006/main" flipH="1">
            <a:off x="-1" y="-1"/>
            <a:ext cx="9144003" cy="5143501"/>
          </a:xfrm>
          <a:prstGeom xmlns:a="http://schemas.openxmlformats.org/drawingml/2006/main" prst="rect">
            <a:avLst/>
          </a:prstGeom>
          <a:ln xmlns:a="http://schemas.openxmlformats.org/drawingml/2006/main">
            <a:noFill/>
          </a:ln>
        </p:spPr>
      </p:pic>
      <p:cxnSp>
        <p:nvCxnSpPr>
          <p:cNvPr id="100" name="Google Shape;100;p19">
            <a:extLst xmlns:a="http://schemas.openxmlformats.org/drawingml/2006/main">
              <a:ext uri="{FF2B5EF4-FFF2-40B4-BE49-F238E27FC236}">
                <a16:creationId xmlns:a16="http://schemas.microsoft.com/office/drawing/2014/main" id="{5BB0A0F7-347C-47D4-B76F-E25A5B307912}"/>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101" name="Google Shape;101;p19">
            <a:extLst xmlns:a="http://schemas.openxmlformats.org/drawingml/2006/main">
              <a:ext uri="{FF2B5EF4-FFF2-40B4-BE49-F238E27FC236}">
                <a16:creationId xmlns:a16="http://schemas.microsoft.com/office/drawing/2014/main" id="{C3BB3E1C-B381-4796-9090-03DF3B1BFA32}"/>
              </a:ext>
            </a:extLst>
          </p:cNvPr>
          <p:cNvSpPr>
            <a:spLocks xmlns:a="http://schemas.openxmlformats.org/drawingml/2006/main" noGrp="1"/>
          </p:cNvSpPr>
          <p:nvPr>
            <p:ph type="title" idx="0"/>
          </p:nvPr>
        </p:nvSpPr>
        <p:spPr>
          <a:xfrm xmlns:a="http://schemas.openxmlformats.org/drawingml/2006/main">
            <a:off x="228600" y="1879050"/>
            <a:ext cx="2405400" cy="1385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2600"/>
              <a:buNone/>
              <a:defRPr/>
            </a:lvl1pPr>
            <a:lvl2pPr>
              <a:spcBef>
                <a:spcPts val="0"/>
              </a:spcBef>
              <a:spcAft>
                <a:spcPts val="0"/>
              </a:spcAft>
              <a:buSzPts val="2600"/>
              <a:buNone/>
              <a:defRPr/>
            </a:lvl2pPr>
            <a:lvl3pPr>
              <a:spcBef>
                <a:spcPts val="0"/>
              </a:spcBef>
              <a:spcAft>
                <a:spcPts val="0"/>
              </a:spcAft>
              <a:buSzPts val="2600"/>
              <a:buNone/>
              <a:defRPr/>
            </a:lvl3pPr>
            <a:lvl4pPr>
              <a:spcBef>
                <a:spcPts val="0"/>
              </a:spcBef>
              <a:spcAft>
                <a:spcPts val="0"/>
              </a:spcAft>
              <a:buSzPts val="2600"/>
              <a:buNone/>
              <a:defRPr/>
            </a:lvl4pPr>
            <a:lvl5pPr>
              <a:spcBef>
                <a:spcPts val="0"/>
              </a:spcBef>
              <a:spcAft>
                <a:spcPts val="0"/>
              </a:spcAft>
              <a:buSzPts val="2600"/>
              <a:buNone/>
              <a:defRPr/>
            </a:lvl5pPr>
            <a:lvl6pPr>
              <a:spcBef>
                <a:spcPts val="0"/>
              </a:spcBef>
              <a:spcAft>
                <a:spcPts val="0"/>
              </a:spcAft>
              <a:buSzPts val="2600"/>
              <a:buNone/>
              <a:defRPr/>
            </a:lvl6pPr>
            <a:lvl7pPr>
              <a:spcBef>
                <a:spcPts val="0"/>
              </a:spcBef>
              <a:spcAft>
                <a:spcPts val="0"/>
              </a:spcAft>
              <a:buSzPts val="2600"/>
              <a:buNone/>
              <a:defRPr/>
            </a:lvl7pPr>
            <a:lvl8pPr>
              <a:spcBef>
                <a:spcPts val="0"/>
              </a:spcBef>
              <a:spcAft>
                <a:spcPts val="0"/>
              </a:spcAft>
              <a:buSzPts val="2600"/>
              <a:buNone/>
              <a:defRPr/>
            </a:lvl8pPr>
            <a:lvl9pPr>
              <a:spcBef>
                <a:spcPts val="0"/>
              </a:spcBef>
              <a:spcAft>
                <a:spcPts val="0"/>
              </a:spcAft>
              <a:buSzPts val="2600"/>
              <a:buNone/>
              <a:defRPr/>
            </a:lvl9pPr>
          </a:lstStyle>
          <a:p xmlns:a="http://schemas.openxmlformats.org/drawingml/2006/main"/>
        </p:txBody>
      </p:sp>
      <p:sp>
        <p:nvSpPr>
          <p:cNvPr id="102" name="Google Shape;102;p19">
            <a:extLst xmlns:a="http://schemas.openxmlformats.org/drawingml/2006/main">
              <a:ext uri="{FF2B5EF4-FFF2-40B4-BE49-F238E27FC236}">
                <a16:creationId xmlns:a16="http://schemas.microsoft.com/office/drawing/2014/main" id="{E8CB361A-2403-48B1-B15C-A363B87E6718}"/>
              </a:ext>
            </a:extLst>
          </p:cNvPr>
          <p:cNvSpPr>
            <a:spLocks xmlns:a="http://schemas.openxmlformats.org/drawingml/2006/main" noGrp="1"/>
          </p:cNvSpPr>
          <p:nvPr>
            <p:ph type="subTitle" idx="1"/>
          </p:nvPr>
        </p:nvSpPr>
        <p:spPr>
          <a:xfrm xmlns:a="http://schemas.openxmlformats.org/drawingml/2006/main">
            <a:off x="5745000" y="639156"/>
            <a:ext cx="3170400" cy="11082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2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xmlns:a="http://schemas.openxmlformats.org/drawingml/2006/main"/>
        </p:txBody>
      </p:sp>
      <p:sp>
        <p:nvSpPr>
          <p:cNvPr id="103" name="Google Shape;103;p19">
            <a:extLst xmlns:a="http://schemas.openxmlformats.org/drawingml/2006/main">
              <a:ext uri="{FF2B5EF4-FFF2-40B4-BE49-F238E27FC236}">
                <a16:creationId xmlns:a16="http://schemas.microsoft.com/office/drawing/2014/main" id="{C77B9270-A84C-4043-8771-FC0DB22B4AE7}"/>
              </a:ext>
            </a:extLst>
          </p:cNvPr>
          <p:cNvSpPr>
            <a:spLocks xmlns:a="http://schemas.openxmlformats.org/drawingml/2006/main" noGrp="1"/>
          </p:cNvSpPr>
          <p:nvPr>
            <p:ph type="subTitle" idx="2"/>
          </p:nvPr>
        </p:nvSpPr>
        <p:spPr>
          <a:xfrm xmlns:a="http://schemas.openxmlformats.org/drawingml/2006/main">
            <a:off x="5745000" y="2017650"/>
            <a:ext cx="3170400" cy="923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2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xmlns:a="http://schemas.openxmlformats.org/drawingml/2006/main"/>
        </p:txBody>
      </p:sp>
      <p:sp>
        <p:nvSpPr>
          <p:cNvPr id="104" name="Google Shape;104;p19">
            <a:extLst xmlns:a="http://schemas.openxmlformats.org/drawingml/2006/main">
              <a:ext uri="{FF2B5EF4-FFF2-40B4-BE49-F238E27FC236}">
                <a16:creationId xmlns:a16="http://schemas.microsoft.com/office/drawing/2014/main" id="{8E8395AA-41CC-4760-8B7A-637A4923AF3D}"/>
              </a:ext>
            </a:extLst>
          </p:cNvPr>
          <p:cNvSpPr>
            <a:spLocks xmlns:a="http://schemas.openxmlformats.org/drawingml/2006/main" noGrp="1"/>
          </p:cNvSpPr>
          <p:nvPr>
            <p:ph type="subTitle" idx="3"/>
          </p:nvPr>
        </p:nvSpPr>
        <p:spPr>
          <a:xfrm xmlns:a="http://schemas.openxmlformats.org/drawingml/2006/main">
            <a:off x="5745000" y="3211344"/>
            <a:ext cx="3170400" cy="12930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2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xmlns:a="http://schemas.openxmlformats.org/drawingml/2006/main"/>
        </p:txBody>
      </p:sp>
      <p:sp>
        <p:nvSpPr>
          <p:cNvPr id="105" name="Google Shape;105;p19">
            <a:extLst xmlns:a="http://schemas.openxmlformats.org/drawingml/2006/main">
              <a:ext uri="{FF2B5EF4-FFF2-40B4-BE49-F238E27FC236}">
                <a16:creationId xmlns:a16="http://schemas.microsoft.com/office/drawing/2014/main" id="{41F1A207-0598-43F9-8D52-9FA19E1A5720}"/>
              </a:ext>
            </a:extLst>
          </p:cNvPr>
          <p:cNvSpPr>
            <a:spLocks xmlns:a="http://schemas.openxmlformats.org/drawingml/2006/main" noGrp="1"/>
          </p:cNvSpPr>
          <p:nvPr>
            <p:ph type="subTitle" idx="4"/>
          </p:nvPr>
        </p:nvSpPr>
        <p:spPr>
          <a:xfrm xmlns:a="http://schemas.openxmlformats.org/drawingml/2006/main">
            <a:off x="3416111" y="731556"/>
            <a:ext cx="2405400" cy="9234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gn="ctr">
              <a:lnSpc>
                <a:spcPct val="100000"/>
              </a:lnSpc>
              <a:spcBef>
                <a:spcPts val="0"/>
              </a:spcBef>
              <a:spcAft>
                <a:spcPts val="0"/>
              </a:spcAft>
              <a:buSzPts val="2400"/>
              <a:buFont typeface="Hubot Sans"/>
              <a:buNone/>
              <a:defRPr sz="2400" b="1">
                <a:latin typeface="Hubot Sans"/>
                <a:ea typeface="Hubot Sans"/>
                <a:cs typeface="Hubot Sans"/>
              </a:defRPr>
            </a:lvl2pPr>
            <a:lvl3pPr algn="ctr">
              <a:lnSpc>
                <a:spcPct val="100000"/>
              </a:lnSpc>
              <a:spcBef>
                <a:spcPts val="0"/>
              </a:spcBef>
              <a:spcAft>
                <a:spcPts val="0"/>
              </a:spcAft>
              <a:buSzPts val="2400"/>
              <a:buFont typeface="Hubot Sans"/>
              <a:buNone/>
              <a:defRPr sz="2400" b="1">
                <a:latin typeface="Hubot Sans"/>
                <a:ea typeface="Hubot Sans"/>
                <a:cs typeface="Hubot Sans"/>
              </a:defRPr>
            </a:lvl3pPr>
            <a:lvl4pPr algn="ctr">
              <a:lnSpc>
                <a:spcPct val="100000"/>
              </a:lnSpc>
              <a:spcBef>
                <a:spcPts val="0"/>
              </a:spcBef>
              <a:spcAft>
                <a:spcPts val="0"/>
              </a:spcAft>
              <a:buSzPts val="2400"/>
              <a:buFont typeface="Hubot Sans"/>
              <a:buNone/>
              <a:defRPr sz="2400" b="1">
                <a:latin typeface="Hubot Sans"/>
                <a:ea typeface="Hubot Sans"/>
                <a:cs typeface="Hubot Sans"/>
              </a:defRPr>
            </a:lvl4pPr>
            <a:lvl5pPr algn="ctr">
              <a:lnSpc>
                <a:spcPct val="100000"/>
              </a:lnSpc>
              <a:spcBef>
                <a:spcPts val="0"/>
              </a:spcBef>
              <a:spcAft>
                <a:spcPts val="0"/>
              </a:spcAft>
              <a:buSzPts val="2400"/>
              <a:buFont typeface="Hubot Sans"/>
              <a:buNone/>
              <a:defRPr sz="2400" b="1">
                <a:latin typeface="Hubot Sans"/>
                <a:ea typeface="Hubot Sans"/>
                <a:cs typeface="Hubot Sans"/>
              </a:defRPr>
            </a:lvl5pPr>
            <a:lvl6pPr algn="ctr">
              <a:lnSpc>
                <a:spcPct val="100000"/>
              </a:lnSpc>
              <a:spcBef>
                <a:spcPts val="0"/>
              </a:spcBef>
              <a:spcAft>
                <a:spcPts val="0"/>
              </a:spcAft>
              <a:buSzPts val="2400"/>
              <a:buFont typeface="Hubot Sans"/>
              <a:buNone/>
              <a:defRPr sz="2400" b="1">
                <a:latin typeface="Hubot Sans"/>
                <a:ea typeface="Hubot Sans"/>
                <a:cs typeface="Hubot Sans"/>
              </a:defRPr>
            </a:lvl6pPr>
            <a:lvl7pPr algn="ctr">
              <a:lnSpc>
                <a:spcPct val="100000"/>
              </a:lnSpc>
              <a:spcBef>
                <a:spcPts val="0"/>
              </a:spcBef>
              <a:spcAft>
                <a:spcPts val="0"/>
              </a:spcAft>
              <a:buSzPts val="2400"/>
              <a:buFont typeface="Hubot Sans"/>
              <a:buNone/>
              <a:defRPr sz="2400" b="1">
                <a:latin typeface="Hubot Sans"/>
                <a:ea typeface="Hubot Sans"/>
                <a:cs typeface="Hubot Sans"/>
              </a:defRPr>
            </a:lvl7pPr>
            <a:lvl8pPr algn="ctr">
              <a:lnSpc>
                <a:spcPct val="100000"/>
              </a:lnSpc>
              <a:spcBef>
                <a:spcPts val="0"/>
              </a:spcBef>
              <a:spcAft>
                <a:spcPts val="0"/>
              </a:spcAft>
              <a:buSzPts val="2400"/>
              <a:buFont typeface="Hubot Sans"/>
              <a:buNone/>
              <a:defRPr sz="2400" b="1">
                <a:latin typeface="Hubot Sans"/>
                <a:ea typeface="Hubot Sans"/>
                <a:cs typeface="Hubot Sans"/>
              </a:defRPr>
            </a:lvl8pPr>
            <a:lvl9pPr algn="ct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
        <p:nvSpPr>
          <p:cNvPr id="106" name="Google Shape;106;p19">
            <a:extLst xmlns:a="http://schemas.openxmlformats.org/drawingml/2006/main">
              <a:ext uri="{FF2B5EF4-FFF2-40B4-BE49-F238E27FC236}">
                <a16:creationId xmlns:a16="http://schemas.microsoft.com/office/drawing/2014/main" id="{2CC867E9-2408-45CF-9035-277C236D255C}"/>
              </a:ext>
            </a:extLst>
          </p:cNvPr>
          <p:cNvSpPr>
            <a:spLocks xmlns:a="http://schemas.openxmlformats.org/drawingml/2006/main" noGrp="1"/>
          </p:cNvSpPr>
          <p:nvPr>
            <p:ph type="subTitle" idx="5"/>
          </p:nvPr>
        </p:nvSpPr>
        <p:spPr>
          <a:xfrm xmlns:a="http://schemas.openxmlformats.org/drawingml/2006/main">
            <a:off x="3416111" y="2063850"/>
            <a:ext cx="2405400" cy="9234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gn="ctr">
              <a:lnSpc>
                <a:spcPct val="100000"/>
              </a:lnSpc>
              <a:spcBef>
                <a:spcPts val="0"/>
              </a:spcBef>
              <a:spcAft>
                <a:spcPts val="0"/>
              </a:spcAft>
              <a:buSzPts val="2400"/>
              <a:buFont typeface="Hubot Sans"/>
              <a:buNone/>
              <a:defRPr sz="2400" b="1">
                <a:latin typeface="Hubot Sans"/>
                <a:ea typeface="Hubot Sans"/>
                <a:cs typeface="Hubot Sans"/>
              </a:defRPr>
            </a:lvl2pPr>
            <a:lvl3pPr algn="ctr">
              <a:lnSpc>
                <a:spcPct val="100000"/>
              </a:lnSpc>
              <a:spcBef>
                <a:spcPts val="0"/>
              </a:spcBef>
              <a:spcAft>
                <a:spcPts val="0"/>
              </a:spcAft>
              <a:buSzPts val="2400"/>
              <a:buFont typeface="Hubot Sans"/>
              <a:buNone/>
              <a:defRPr sz="2400" b="1">
                <a:latin typeface="Hubot Sans"/>
                <a:ea typeface="Hubot Sans"/>
                <a:cs typeface="Hubot Sans"/>
              </a:defRPr>
            </a:lvl3pPr>
            <a:lvl4pPr algn="ctr">
              <a:lnSpc>
                <a:spcPct val="100000"/>
              </a:lnSpc>
              <a:spcBef>
                <a:spcPts val="0"/>
              </a:spcBef>
              <a:spcAft>
                <a:spcPts val="0"/>
              </a:spcAft>
              <a:buSzPts val="2400"/>
              <a:buFont typeface="Hubot Sans"/>
              <a:buNone/>
              <a:defRPr sz="2400" b="1">
                <a:latin typeface="Hubot Sans"/>
                <a:ea typeface="Hubot Sans"/>
                <a:cs typeface="Hubot Sans"/>
              </a:defRPr>
            </a:lvl4pPr>
            <a:lvl5pPr algn="ctr">
              <a:lnSpc>
                <a:spcPct val="100000"/>
              </a:lnSpc>
              <a:spcBef>
                <a:spcPts val="0"/>
              </a:spcBef>
              <a:spcAft>
                <a:spcPts val="0"/>
              </a:spcAft>
              <a:buSzPts val="2400"/>
              <a:buFont typeface="Hubot Sans"/>
              <a:buNone/>
              <a:defRPr sz="2400" b="1">
                <a:latin typeface="Hubot Sans"/>
                <a:ea typeface="Hubot Sans"/>
                <a:cs typeface="Hubot Sans"/>
              </a:defRPr>
            </a:lvl5pPr>
            <a:lvl6pPr algn="ctr">
              <a:lnSpc>
                <a:spcPct val="100000"/>
              </a:lnSpc>
              <a:spcBef>
                <a:spcPts val="0"/>
              </a:spcBef>
              <a:spcAft>
                <a:spcPts val="0"/>
              </a:spcAft>
              <a:buSzPts val="2400"/>
              <a:buFont typeface="Hubot Sans"/>
              <a:buNone/>
              <a:defRPr sz="2400" b="1">
                <a:latin typeface="Hubot Sans"/>
                <a:ea typeface="Hubot Sans"/>
                <a:cs typeface="Hubot Sans"/>
              </a:defRPr>
            </a:lvl6pPr>
            <a:lvl7pPr algn="ctr">
              <a:lnSpc>
                <a:spcPct val="100000"/>
              </a:lnSpc>
              <a:spcBef>
                <a:spcPts val="0"/>
              </a:spcBef>
              <a:spcAft>
                <a:spcPts val="0"/>
              </a:spcAft>
              <a:buSzPts val="2400"/>
              <a:buFont typeface="Hubot Sans"/>
              <a:buNone/>
              <a:defRPr sz="2400" b="1">
                <a:latin typeface="Hubot Sans"/>
                <a:ea typeface="Hubot Sans"/>
                <a:cs typeface="Hubot Sans"/>
              </a:defRPr>
            </a:lvl7pPr>
            <a:lvl8pPr algn="ctr">
              <a:lnSpc>
                <a:spcPct val="100000"/>
              </a:lnSpc>
              <a:spcBef>
                <a:spcPts val="0"/>
              </a:spcBef>
              <a:spcAft>
                <a:spcPts val="0"/>
              </a:spcAft>
              <a:buSzPts val="2400"/>
              <a:buFont typeface="Hubot Sans"/>
              <a:buNone/>
              <a:defRPr sz="2400" b="1">
                <a:latin typeface="Hubot Sans"/>
                <a:ea typeface="Hubot Sans"/>
                <a:cs typeface="Hubot Sans"/>
              </a:defRPr>
            </a:lvl8pPr>
            <a:lvl9pPr algn="ct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
        <p:nvSpPr>
          <p:cNvPr id="107" name="Google Shape;107;p19">
            <a:extLst xmlns:a="http://schemas.openxmlformats.org/drawingml/2006/main">
              <a:ext uri="{FF2B5EF4-FFF2-40B4-BE49-F238E27FC236}">
                <a16:creationId xmlns:a16="http://schemas.microsoft.com/office/drawing/2014/main" id="{0B2FBB97-83AC-4D27-9F51-FBFDE27F5943}"/>
              </a:ext>
            </a:extLst>
          </p:cNvPr>
          <p:cNvSpPr>
            <a:spLocks xmlns:a="http://schemas.openxmlformats.org/drawingml/2006/main" noGrp="1"/>
          </p:cNvSpPr>
          <p:nvPr>
            <p:ph type="subTitle" idx="6"/>
          </p:nvPr>
        </p:nvSpPr>
        <p:spPr>
          <a:xfrm xmlns:a="http://schemas.openxmlformats.org/drawingml/2006/main">
            <a:off x="3416111" y="3396144"/>
            <a:ext cx="2405400" cy="9234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gn="ctr">
              <a:lnSpc>
                <a:spcPct val="100000"/>
              </a:lnSpc>
              <a:spcBef>
                <a:spcPts val="0"/>
              </a:spcBef>
              <a:spcAft>
                <a:spcPts val="0"/>
              </a:spcAft>
              <a:buSzPts val="2400"/>
              <a:buFont typeface="Hubot Sans"/>
              <a:buNone/>
              <a:defRPr sz="2400" b="1">
                <a:latin typeface="Hubot Sans"/>
                <a:ea typeface="Hubot Sans"/>
                <a:cs typeface="Hubot Sans"/>
              </a:defRPr>
            </a:lvl2pPr>
            <a:lvl3pPr algn="ctr">
              <a:lnSpc>
                <a:spcPct val="100000"/>
              </a:lnSpc>
              <a:spcBef>
                <a:spcPts val="0"/>
              </a:spcBef>
              <a:spcAft>
                <a:spcPts val="0"/>
              </a:spcAft>
              <a:buSzPts val="2400"/>
              <a:buFont typeface="Hubot Sans"/>
              <a:buNone/>
              <a:defRPr sz="2400" b="1">
                <a:latin typeface="Hubot Sans"/>
                <a:ea typeface="Hubot Sans"/>
                <a:cs typeface="Hubot Sans"/>
              </a:defRPr>
            </a:lvl3pPr>
            <a:lvl4pPr algn="ctr">
              <a:lnSpc>
                <a:spcPct val="100000"/>
              </a:lnSpc>
              <a:spcBef>
                <a:spcPts val="0"/>
              </a:spcBef>
              <a:spcAft>
                <a:spcPts val="0"/>
              </a:spcAft>
              <a:buSzPts val="2400"/>
              <a:buFont typeface="Hubot Sans"/>
              <a:buNone/>
              <a:defRPr sz="2400" b="1">
                <a:latin typeface="Hubot Sans"/>
                <a:ea typeface="Hubot Sans"/>
                <a:cs typeface="Hubot Sans"/>
              </a:defRPr>
            </a:lvl4pPr>
            <a:lvl5pPr algn="ctr">
              <a:lnSpc>
                <a:spcPct val="100000"/>
              </a:lnSpc>
              <a:spcBef>
                <a:spcPts val="0"/>
              </a:spcBef>
              <a:spcAft>
                <a:spcPts val="0"/>
              </a:spcAft>
              <a:buSzPts val="2400"/>
              <a:buFont typeface="Hubot Sans"/>
              <a:buNone/>
              <a:defRPr sz="2400" b="1">
                <a:latin typeface="Hubot Sans"/>
                <a:ea typeface="Hubot Sans"/>
                <a:cs typeface="Hubot Sans"/>
              </a:defRPr>
            </a:lvl5pPr>
            <a:lvl6pPr algn="ctr">
              <a:lnSpc>
                <a:spcPct val="100000"/>
              </a:lnSpc>
              <a:spcBef>
                <a:spcPts val="0"/>
              </a:spcBef>
              <a:spcAft>
                <a:spcPts val="0"/>
              </a:spcAft>
              <a:buSzPts val="2400"/>
              <a:buFont typeface="Hubot Sans"/>
              <a:buNone/>
              <a:defRPr sz="2400" b="1">
                <a:latin typeface="Hubot Sans"/>
                <a:ea typeface="Hubot Sans"/>
                <a:cs typeface="Hubot Sans"/>
              </a:defRPr>
            </a:lvl6pPr>
            <a:lvl7pPr algn="ctr">
              <a:lnSpc>
                <a:spcPct val="100000"/>
              </a:lnSpc>
              <a:spcBef>
                <a:spcPts val="0"/>
              </a:spcBef>
              <a:spcAft>
                <a:spcPts val="0"/>
              </a:spcAft>
              <a:buSzPts val="2400"/>
              <a:buFont typeface="Hubot Sans"/>
              <a:buNone/>
              <a:defRPr sz="2400" b="1">
                <a:latin typeface="Hubot Sans"/>
                <a:ea typeface="Hubot Sans"/>
                <a:cs typeface="Hubot Sans"/>
              </a:defRPr>
            </a:lvl7pPr>
            <a:lvl8pPr algn="ctr">
              <a:lnSpc>
                <a:spcPct val="100000"/>
              </a:lnSpc>
              <a:spcBef>
                <a:spcPts val="0"/>
              </a:spcBef>
              <a:spcAft>
                <a:spcPts val="0"/>
              </a:spcAft>
              <a:buSzPts val="2400"/>
              <a:buFont typeface="Hubot Sans"/>
              <a:buNone/>
              <a:defRPr sz="2400" b="1">
                <a:latin typeface="Hubot Sans"/>
                <a:ea typeface="Hubot Sans"/>
                <a:cs typeface="Hubot Sans"/>
              </a:defRPr>
            </a:lvl8pPr>
            <a:lvl9pPr algn="ct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Tree>
  </p:cSld>
</p:sldLayout>
</file>

<file path=ppt/slideLayouts/slideLayout19.xml><?xml version="1.0" encoding="utf-8"?>
<p:sldLayout xmlns:p="http://schemas.openxmlformats.org/presentationml/2006/main" matchingName="Title and four columns">
  <p:cSld name="CUSTOM_5">
    <p:spTree>
      <p:nvGrpSpPr>
        <p:cNvPr id="1" name=""/>
        <p:cNvGrpSpPr/>
        <p:nvPr/>
      </p:nvGrpSpPr>
      <p:grpSpPr>
        <a:xfrm xmlns:a="http://schemas.openxmlformats.org/drawingml/2006/main"/>
      </p:grpSpPr>
      <p:pic>
        <p:nvPicPr>
          <p:cNvPr id="109" name="Google Shape;109;p20">
            <a:extLst xmlns:a="http://schemas.openxmlformats.org/drawingml/2006/main">
              <a:ext uri="{FF2B5EF4-FFF2-40B4-BE49-F238E27FC236}">
                <a16:creationId xmlns:a16="http://schemas.microsoft.com/office/drawing/2014/main" id="{F486BE5B-3C1D-4E94-9A6A-24435B1C83F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44f086df0fc4b93">
            <a:alphaModFix/>
          </a:blip>
          <a:srcRect xmlns:a="http://schemas.openxmlformats.org/drawingml/2006/main" l="14227" t="13768" r="731" b="1191"/>
          <a:stretch xmlns:a="http://schemas.openxmlformats.org/drawingml/2006/main"/>
        </p:blipFill>
        <p:spPr>
          <a:xfrm xmlns:a="http://schemas.openxmlformats.org/drawingml/2006/main" rot="10800000" flipH="1">
            <a:off x="-1" y="-1"/>
            <a:ext cx="9144003" cy="5143501"/>
          </a:xfrm>
          <a:prstGeom xmlns:a="http://schemas.openxmlformats.org/drawingml/2006/main" prst="rect">
            <a:avLst/>
          </a:prstGeom>
          <a:ln xmlns:a="http://schemas.openxmlformats.org/drawingml/2006/main">
            <a:noFill/>
          </a:ln>
        </p:spPr>
      </p:pic>
      <p:cxnSp>
        <p:nvCxnSpPr>
          <p:cNvPr id="110" name="Google Shape;110;p20">
            <a:extLst xmlns:a="http://schemas.openxmlformats.org/drawingml/2006/main">
              <a:ext uri="{FF2B5EF4-FFF2-40B4-BE49-F238E27FC236}">
                <a16:creationId xmlns:a16="http://schemas.microsoft.com/office/drawing/2014/main" id="{F5B8F800-146E-4182-A9B5-50CE6E0839FE}"/>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111" name="Google Shape;111;p20">
            <a:extLst xmlns:a="http://schemas.openxmlformats.org/drawingml/2006/main">
              <a:ext uri="{FF2B5EF4-FFF2-40B4-BE49-F238E27FC236}">
                <a16:creationId xmlns:a16="http://schemas.microsoft.com/office/drawing/2014/main" id="{B1D21092-83BA-43F7-B5DB-BCBADE5179C1}"/>
              </a:ext>
            </a:extLst>
          </p:cNvPr>
          <p:cNvSpPr>
            <a:spLocks xmlns:a="http://schemas.openxmlformats.org/drawingml/2006/main" noGrp="1"/>
          </p:cNvSpPr>
          <p:nvPr>
            <p:ph type="title" idx="0"/>
          </p:nvPr>
        </p:nvSpPr>
        <p:spPr>
          <a:xfrm xmlns:a="http://schemas.openxmlformats.org/drawingml/2006/main">
            <a:off x="228600" y="228600"/>
            <a:ext cx="8686800" cy="572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spcBef>
                <a:spcPts val="0"/>
              </a:spcBef>
              <a:spcAft>
                <a:spcPts val="0"/>
              </a:spcAft>
              <a:buSzPts val="2600"/>
              <a:buNone/>
              <a:defRPr/>
            </a:lvl1pPr>
            <a:lvl2pPr>
              <a:spcBef>
                <a:spcPts val="0"/>
              </a:spcBef>
              <a:spcAft>
                <a:spcPts val="0"/>
              </a:spcAft>
              <a:buSzPts val="2600"/>
              <a:buNone/>
              <a:defRPr/>
            </a:lvl2pPr>
            <a:lvl3pPr>
              <a:spcBef>
                <a:spcPts val="0"/>
              </a:spcBef>
              <a:spcAft>
                <a:spcPts val="0"/>
              </a:spcAft>
              <a:buSzPts val="2600"/>
              <a:buNone/>
              <a:defRPr/>
            </a:lvl3pPr>
            <a:lvl4pPr>
              <a:spcBef>
                <a:spcPts val="0"/>
              </a:spcBef>
              <a:spcAft>
                <a:spcPts val="0"/>
              </a:spcAft>
              <a:buSzPts val="2600"/>
              <a:buNone/>
              <a:defRPr/>
            </a:lvl4pPr>
            <a:lvl5pPr>
              <a:spcBef>
                <a:spcPts val="0"/>
              </a:spcBef>
              <a:spcAft>
                <a:spcPts val="0"/>
              </a:spcAft>
              <a:buSzPts val="2600"/>
              <a:buNone/>
              <a:defRPr/>
            </a:lvl5pPr>
            <a:lvl6pPr>
              <a:spcBef>
                <a:spcPts val="0"/>
              </a:spcBef>
              <a:spcAft>
                <a:spcPts val="0"/>
              </a:spcAft>
              <a:buSzPts val="2600"/>
              <a:buNone/>
              <a:defRPr/>
            </a:lvl6pPr>
            <a:lvl7pPr>
              <a:spcBef>
                <a:spcPts val="0"/>
              </a:spcBef>
              <a:spcAft>
                <a:spcPts val="0"/>
              </a:spcAft>
              <a:buSzPts val="2600"/>
              <a:buNone/>
              <a:defRPr/>
            </a:lvl7pPr>
            <a:lvl8pPr>
              <a:spcBef>
                <a:spcPts val="0"/>
              </a:spcBef>
              <a:spcAft>
                <a:spcPts val="0"/>
              </a:spcAft>
              <a:buSzPts val="2600"/>
              <a:buNone/>
              <a:defRPr/>
            </a:lvl8pPr>
            <a:lvl9pPr>
              <a:spcBef>
                <a:spcPts val="0"/>
              </a:spcBef>
              <a:spcAft>
                <a:spcPts val="0"/>
              </a:spcAft>
              <a:buSzPts val="2600"/>
              <a:buNone/>
              <a:defRPr/>
            </a:lvl9pPr>
          </a:lstStyle>
          <a:p xmlns:a="http://schemas.openxmlformats.org/drawingml/2006/main"/>
        </p:txBody>
      </p:sp>
      <p:sp>
        <p:nvSpPr>
          <p:cNvPr id="112" name="Google Shape;112;p20">
            <a:extLst xmlns:a="http://schemas.openxmlformats.org/drawingml/2006/main">
              <a:ext uri="{FF2B5EF4-FFF2-40B4-BE49-F238E27FC236}">
                <a16:creationId xmlns:a16="http://schemas.microsoft.com/office/drawing/2014/main" id="{EC09C556-C5F0-4FE2-90CA-A7BE2EDDDE26}"/>
              </a:ext>
            </a:extLst>
          </p:cNvPr>
          <p:cNvSpPr>
            <a:spLocks xmlns:a="http://schemas.openxmlformats.org/drawingml/2006/main" noGrp="1"/>
          </p:cNvSpPr>
          <p:nvPr>
            <p:ph type="subTitle" idx="1"/>
          </p:nvPr>
        </p:nvSpPr>
        <p:spPr>
          <a:xfrm xmlns:a="http://schemas.openxmlformats.org/drawingml/2006/main">
            <a:off x="419126" y="1800938"/>
            <a:ext cx="3988200" cy="923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0"/>
              </a:spcBef>
              <a:spcAft>
                <a:spcPts val="0"/>
              </a:spcAft>
              <a:buSzPts val="12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xmlns:a="http://schemas.openxmlformats.org/drawingml/2006/main"/>
        </p:txBody>
      </p:sp>
      <p:sp>
        <p:nvSpPr>
          <p:cNvPr id="113" name="Google Shape;113;p20">
            <a:extLst xmlns:a="http://schemas.openxmlformats.org/drawingml/2006/main">
              <a:ext uri="{FF2B5EF4-FFF2-40B4-BE49-F238E27FC236}">
                <a16:creationId xmlns:a16="http://schemas.microsoft.com/office/drawing/2014/main" id="{508FC902-F0E8-4695-BEBA-DBE554D5DCC5}"/>
              </a:ext>
            </a:extLst>
          </p:cNvPr>
          <p:cNvSpPr>
            <a:spLocks xmlns:a="http://schemas.openxmlformats.org/drawingml/2006/main" noGrp="1"/>
          </p:cNvSpPr>
          <p:nvPr>
            <p:ph type="subTitle" idx="2"/>
          </p:nvPr>
        </p:nvSpPr>
        <p:spPr>
          <a:xfrm xmlns:a="http://schemas.openxmlformats.org/drawingml/2006/main">
            <a:off x="4736674" y="1800938"/>
            <a:ext cx="3988200" cy="923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0"/>
              </a:spcBef>
              <a:spcAft>
                <a:spcPts val="0"/>
              </a:spcAft>
              <a:buSzPts val="12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xmlns:a="http://schemas.openxmlformats.org/drawingml/2006/main"/>
        </p:txBody>
      </p:sp>
      <p:sp>
        <p:nvSpPr>
          <p:cNvPr id="114" name="Google Shape;114;p20">
            <a:extLst xmlns:a="http://schemas.openxmlformats.org/drawingml/2006/main">
              <a:ext uri="{FF2B5EF4-FFF2-40B4-BE49-F238E27FC236}">
                <a16:creationId xmlns:a16="http://schemas.microsoft.com/office/drawing/2014/main" id="{1E222A36-D594-46F9-964D-923920873949}"/>
              </a:ext>
            </a:extLst>
          </p:cNvPr>
          <p:cNvSpPr>
            <a:spLocks xmlns:a="http://schemas.openxmlformats.org/drawingml/2006/main" noGrp="1"/>
          </p:cNvSpPr>
          <p:nvPr>
            <p:ph type="subTitle" idx="3"/>
          </p:nvPr>
        </p:nvSpPr>
        <p:spPr>
          <a:xfrm xmlns:a="http://schemas.openxmlformats.org/drawingml/2006/main">
            <a:off x="419126" y="3569962"/>
            <a:ext cx="3988200" cy="923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0"/>
              </a:spcBef>
              <a:spcAft>
                <a:spcPts val="0"/>
              </a:spcAft>
              <a:buSzPts val="12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xmlns:a="http://schemas.openxmlformats.org/drawingml/2006/main"/>
        </p:txBody>
      </p:sp>
      <p:sp>
        <p:nvSpPr>
          <p:cNvPr id="115" name="Google Shape;115;p20">
            <a:extLst xmlns:a="http://schemas.openxmlformats.org/drawingml/2006/main">
              <a:ext uri="{FF2B5EF4-FFF2-40B4-BE49-F238E27FC236}">
                <a16:creationId xmlns:a16="http://schemas.microsoft.com/office/drawing/2014/main" id="{E4777E51-89E7-4569-A160-811E66C49EDD}"/>
              </a:ext>
            </a:extLst>
          </p:cNvPr>
          <p:cNvSpPr>
            <a:spLocks xmlns:a="http://schemas.openxmlformats.org/drawingml/2006/main" noGrp="1"/>
          </p:cNvSpPr>
          <p:nvPr>
            <p:ph type="subTitle" idx="4"/>
          </p:nvPr>
        </p:nvSpPr>
        <p:spPr>
          <a:xfrm xmlns:a="http://schemas.openxmlformats.org/drawingml/2006/main">
            <a:off x="4736674" y="3569962"/>
            <a:ext cx="3988200" cy="923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0"/>
              </a:spcBef>
              <a:spcAft>
                <a:spcPts val="0"/>
              </a:spcAft>
              <a:buSzPts val="12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xmlns:a="http://schemas.openxmlformats.org/drawingml/2006/main"/>
        </p:txBody>
      </p:sp>
      <p:sp>
        <p:nvSpPr>
          <p:cNvPr id="116" name="Google Shape;116;p20">
            <a:extLst xmlns:a="http://schemas.openxmlformats.org/drawingml/2006/main">
              <a:ext uri="{FF2B5EF4-FFF2-40B4-BE49-F238E27FC236}">
                <a16:creationId xmlns:a16="http://schemas.microsoft.com/office/drawing/2014/main" id="{FD981D11-7AE9-4852-B5A5-5BECFAB01F31}"/>
              </a:ext>
            </a:extLst>
          </p:cNvPr>
          <p:cNvSpPr>
            <a:spLocks xmlns:a="http://schemas.openxmlformats.org/drawingml/2006/main" noGrp="1"/>
          </p:cNvSpPr>
          <p:nvPr>
            <p:ph type="subTitle" idx="5"/>
          </p:nvPr>
        </p:nvSpPr>
        <p:spPr>
          <a:xfrm xmlns:a="http://schemas.openxmlformats.org/drawingml/2006/main">
            <a:off x="419127" y="1200038"/>
            <a:ext cx="3988200" cy="6771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gn="ctr">
              <a:lnSpc>
                <a:spcPct val="100000"/>
              </a:lnSpc>
              <a:spcBef>
                <a:spcPts val="0"/>
              </a:spcBef>
              <a:spcAft>
                <a:spcPts val="0"/>
              </a:spcAft>
              <a:buSzPts val="2400"/>
              <a:buFont typeface="Hubot Sans"/>
              <a:buNone/>
              <a:defRPr sz="2400" b="1">
                <a:latin typeface="Hubot Sans"/>
                <a:ea typeface="Hubot Sans"/>
                <a:cs typeface="Hubot Sans"/>
              </a:defRPr>
            </a:lvl2pPr>
            <a:lvl3pPr algn="ctr">
              <a:lnSpc>
                <a:spcPct val="100000"/>
              </a:lnSpc>
              <a:spcBef>
                <a:spcPts val="0"/>
              </a:spcBef>
              <a:spcAft>
                <a:spcPts val="0"/>
              </a:spcAft>
              <a:buSzPts val="2400"/>
              <a:buFont typeface="Hubot Sans"/>
              <a:buNone/>
              <a:defRPr sz="2400" b="1">
                <a:latin typeface="Hubot Sans"/>
                <a:ea typeface="Hubot Sans"/>
                <a:cs typeface="Hubot Sans"/>
              </a:defRPr>
            </a:lvl3pPr>
            <a:lvl4pPr algn="ctr">
              <a:lnSpc>
                <a:spcPct val="100000"/>
              </a:lnSpc>
              <a:spcBef>
                <a:spcPts val="0"/>
              </a:spcBef>
              <a:spcAft>
                <a:spcPts val="0"/>
              </a:spcAft>
              <a:buSzPts val="2400"/>
              <a:buFont typeface="Hubot Sans"/>
              <a:buNone/>
              <a:defRPr sz="2400" b="1">
                <a:latin typeface="Hubot Sans"/>
                <a:ea typeface="Hubot Sans"/>
                <a:cs typeface="Hubot Sans"/>
              </a:defRPr>
            </a:lvl4pPr>
            <a:lvl5pPr algn="ctr">
              <a:lnSpc>
                <a:spcPct val="100000"/>
              </a:lnSpc>
              <a:spcBef>
                <a:spcPts val="0"/>
              </a:spcBef>
              <a:spcAft>
                <a:spcPts val="0"/>
              </a:spcAft>
              <a:buSzPts val="2400"/>
              <a:buFont typeface="Hubot Sans"/>
              <a:buNone/>
              <a:defRPr sz="2400" b="1">
                <a:latin typeface="Hubot Sans"/>
                <a:ea typeface="Hubot Sans"/>
                <a:cs typeface="Hubot Sans"/>
              </a:defRPr>
            </a:lvl5pPr>
            <a:lvl6pPr algn="ctr">
              <a:lnSpc>
                <a:spcPct val="100000"/>
              </a:lnSpc>
              <a:spcBef>
                <a:spcPts val="0"/>
              </a:spcBef>
              <a:spcAft>
                <a:spcPts val="0"/>
              </a:spcAft>
              <a:buSzPts val="2400"/>
              <a:buFont typeface="Hubot Sans"/>
              <a:buNone/>
              <a:defRPr sz="2400" b="1">
                <a:latin typeface="Hubot Sans"/>
                <a:ea typeface="Hubot Sans"/>
                <a:cs typeface="Hubot Sans"/>
              </a:defRPr>
            </a:lvl6pPr>
            <a:lvl7pPr algn="ctr">
              <a:lnSpc>
                <a:spcPct val="100000"/>
              </a:lnSpc>
              <a:spcBef>
                <a:spcPts val="0"/>
              </a:spcBef>
              <a:spcAft>
                <a:spcPts val="0"/>
              </a:spcAft>
              <a:buSzPts val="2400"/>
              <a:buFont typeface="Hubot Sans"/>
              <a:buNone/>
              <a:defRPr sz="2400" b="1">
                <a:latin typeface="Hubot Sans"/>
                <a:ea typeface="Hubot Sans"/>
                <a:cs typeface="Hubot Sans"/>
              </a:defRPr>
            </a:lvl7pPr>
            <a:lvl8pPr algn="ctr">
              <a:lnSpc>
                <a:spcPct val="100000"/>
              </a:lnSpc>
              <a:spcBef>
                <a:spcPts val="0"/>
              </a:spcBef>
              <a:spcAft>
                <a:spcPts val="0"/>
              </a:spcAft>
              <a:buSzPts val="2400"/>
              <a:buFont typeface="Hubot Sans"/>
              <a:buNone/>
              <a:defRPr sz="2400" b="1">
                <a:latin typeface="Hubot Sans"/>
                <a:ea typeface="Hubot Sans"/>
                <a:cs typeface="Hubot Sans"/>
              </a:defRPr>
            </a:lvl8pPr>
            <a:lvl9pPr algn="ct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
        <p:nvSpPr>
          <p:cNvPr id="117" name="Google Shape;117;p20">
            <a:extLst xmlns:a="http://schemas.openxmlformats.org/drawingml/2006/main">
              <a:ext uri="{FF2B5EF4-FFF2-40B4-BE49-F238E27FC236}">
                <a16:creationId xmlns:a16="http://schemas.microsoft.com/office/drawing/2014/main" id="{42E7060E-D7C5-45A5-90F2-BE6CB67C1146}"/>
              </a:ext>
            </a:extLst>
          </p:cNvPr>
          <p:cNvSpPr>
            <a:spLocks xmlns:a="http://schemas.openxmlformats.org/drawingml/2006/main" noGrp="1"/>
          </p:cNvSpPr>
          <p:nvPr>
            <p:ph type="subTitle" idx="6"/>
          </p:nvPr>
        </p:nvSpPr>
        <p:spPr>
          <a:xfrm xmlns:a="http://schemas.openxmlformats.org/drawingml/2006/main">
            <a:off x="419127" y="2969075"/>
            <a:ext cx="3988200" cy="6771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gn="ctr">
              <a:lnSpc>
                <a:spcPct val="100000"/>
              </a:lnSpc>
              <a:spcBef>
                <a:spcPts val="0"/>
              </a:spcBef>
              <a:spcAft>
                <a:spcPts val="0"/>
              </a:spcAft>
              <a:buSzPts val="2400"/>
              <a:buFont typeface="Hubot Sans"/>
              <a:buNone/>
              <a:defRPr sz="2400" b="1">
                <a:latin typeface="Hubot Sans"/>
                <a:ea typeface="Hubot Sans"/>
                <a:cs typeface="Hubot Sans"/>
              </a:defRPr>
            </a:lvl2pPr>
            <a:lvl3pPr algn="ctr">
              <a:lnSpc>
                <a:spcPct val="100000"/>
              </a:lnSpc>
              <a:spcBef>
                <a:spcPts val="0"/>
              </a:spcBef>
              <a:spcAft>
                <a:spcPts val="0"/>
              </a:spcAft>
              <a:buSzPts val="2400"/>
              <a:buFont typeface="Hubot Sans"/>
              <a:buNone/>
              <a:defRPr sz="2400" b="1">
                <a:latin typeface="Hubot Sans"/>
                <a:ea typeface="Hubot Sans"/>
                <a:cs typeface="Hubot Sans"/>
              </a:defRPr>
            </a:lvl3pPr>
            <a:lvl4pPr algn="ctr">
              <a:lnSpc>
                <a:spcPct val="100000"/>
              </a:lnSpc>
              <a:spcBef>
                <a:spcPts val="0"/>
              </a:spcBef>
              <a:spcAft>
                <a:spcPts val="0"/>
              </a:spcAft>
              <a:buSzPts val="2400"/>
              <a:buFont typeface="Hubot Sans"/>
              <a:buNone/>
              <a:defRPr sz="2400" b="1">
                <a:latin typeface="Hubot Sans"/>
                <a:ea typeface="Hubot Sans"/>
                <a:cs typeface="Hubot Sans"/>
              </a:defRPr>
            </a:lvl4pPr>
            <a:lvl5pPr algn="ctr">
              <a:lnSpc>
                <a:spcPct val="100000"/>
              </a:lnSpc>
              <a:spcBef>
                <a:spcPts val="0"/>
              </a:spcBef>
              <a:spcAft>
                <a:spcPts val="0"/>
              </a:spcAft>
              <a:buSzPts val="2400"/>
              <a:buFont typeface="Hubot Sans"/>
              <a:buNone/>
              <a:defRPr sz="2400" b="1">
                <a:latin typeface="Hubot Sans"/>
                <a:ea typeface="Hubot Sans"/>
                <a:cs typeface="Hubot Sans"/>
              </a:defRPr>
            </a:lvl5pPr>
            <a:lvl6pPr algn="ctr">
              <a:lnSpc>
                <a:spcPct val="100000"/>
              </a:lnSpc>
              <a:spcBef>
                <a:spcPts val="0"/>
              </a:spcBef>
              <a:spcAft>
                <a:spcPts val="0"/>
              </a:spcAft>
              <a:buSzPts val="2400"/>
              <a:buFont typeface="Hubot Sans"/>
              <a:buNone/>
              <a:defRPr sz="2400" b="1">
                <a:latin typeface="Hubot Sans"/>
                <a:ea typeface="Hubot Sans"/>
                <a:cs typeface="Hubot Sans"/>
              </a:defRPr>
            </a:lvl6pPr>
            <a:lvl7pPr algn="ctr">
              <a:lnSpc>
                <a:spcPct val="100000"/>
              </a:lnSpc>
              <a:spcBef>
                <a:spcPts val="0"/>
              </a:spcBef>
              <a:spcAft>
                <a:spcPts val="0"/>
              </a:spcAft>
              <a:buSzPts val="2400"/>
              <a:buFont typeface="Hubot Sans"/>
              <a:buNone/>
              <a:defRPr sz="2400" b="1">
                <a:latin typeface="Hubot Sans"/>
                <a:ea typeface="Hubot Sans"/>
                <a:cs typeface="Hubot Sans"/>
              </a:defRPr>
            </a:lvl7pPr>
            <a:lvl8pPr algn="ctr">
              <a:lnSpc>
                <a:spcPct val="100000"/>
              </a:lnSpc>
              <a:spcBef>
                <a:spcPts val="0"/>
              </a:spcBef>
              <a:spcAft>
                <a:spcPts val="0"/>
              </a:spcAft>
              <a:buSzPts val="2400"/>
              <a:buFont typeface="Hubot Sans"/>
              <a:buNone/>
              <a:defRPr sz="2400" b="1">
                <a:latin typeface="Hubot Sans"/>
                <a:ea typeface="Hubot Sans"/>
                <a:cs typeface="Hubot Sans"/>
              </a:defRPr>
            </a:lvl8pPr>
            <a:lvl9pPr algn="ct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
        <p:nvSpPr>
          <p:cNvPr id="118" name="Google Shape;118;p20">
            <a:extLst xmlns:a="http://schemas.openxmlformats.org/drawingml/2006/main">
              <a:ext uri="{FF2B5EF4-FFF2-40B4-BE49-F238E27FC236}">
                <a16:creationId xmlns:a16="http://schemas.microsoft.com/office/drawing/2014/main" id="{0BBA4DE0-214F-4C43-9A4B-5D65674A1ED5}"/>
              </a:ext>
            </a:extLst>
          </p:cNvPr>
          <p:cNvSpPr>
            <a:spLocks xmlns:a="http://schemas.openxmlformats.org/drawingml/2006/main" noGrp="1"/>
          </p:cNvSpPr>
          <p:nvPr>
            <p:ph type="subTitle" idx="7"/>
          </p:nvPr>
        </p:nvSpPr>
        <p:spPr>
          <a:xfrm xmlns:a="http://schemas.openxmlformats.org/drawingml/2006/main">
            <a:off x="4736647" y="1200038"/>
            <a:ext cx="3988200" cy="6771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gn="ctr">
              <a:lnSpc>
                <a:spcPct val="100000"/>
              </a:lnSpc>
              <a:spcBef>
                <a:spcPts val="0"/>
              </a:spcBef>
              <a:spcAft>
                <a:spcPts val="0"/>
              </a:spcAft>
              <a:buSzPts val="2400"/>
              <a:buFont typeface="Hubot Sans"/>
              <a:buNone/>
              <a:defRPr sz="2400" b="1">
                <a:latin typeface="Hubot Sans"/>
                <a:ea typeface="Hubot Sans"/>
                <a:cs typeface="Hubot Sans"/>
              </a:defRPr>
            </a:lvl2pPr>
            <a:lvl3pPr algn="ctr">
              <a:lnSpc>
                <a:spcPct val="100000"/>
              </a:lnSpc>
              <a:spcBef>
                <a:spcPts val="0"/>
              </a:spcBef>
              <a:spcAft>
                <a:spcPts val="0"/>
              </a:spcAft>
              <a:buSzPts val="2400"/>
              <a:buFont typeface="Hubot Sans"/>
              <a:buNone/>
              <a:defRPr sz="2400" b="1">
                <a:latin typeface="Hubot Sans"/>
                <a:ea typeface="Hubot Sans"/>
                <a:cs typeface="Hubot Sans"/>
              </a:defRPr>
            </a:lvl3pPr>
            <a:lvl4pPr algn="ctr">
              <a:lnSpc>
                <a:spcPct val="100000"/>
              </a:lnSpc>
              <a:spcBef>
                <a:spcPts val="0"/>
              </a:spcBef>
              <a:spcAft>
                <a:spcPts val="0"/>
              </a:spcAft>
              <a:buSzPts val="2400"/>
              <a:buFont typeface="Hubot Sans"/>
              <a:buNone/>
              <a:defRPr sz="2400" b="1">
                <a:latin typeface="Hubot Sans"/>
                <a:ea typeface="Hubot Sans"/>
                <a:cs typeface="Hubot Sans"/>
              </a:defRPr>
            </a:lvl4pPr>
            <a:lvl5pPr algn="ctr">
              <a:lnSpc>
                <a:spcPct val="100000"/>
              </a:lnSpc>
              <a:spcBef>
                <a:spcPts val="0"/>
              </a:spcBef>
              <a:spcAft>
                <a:spcPts val="0"/>
              </a:spcAft>
              <a:buSzPts val="2400"/>
              <a:buFont typeface="Hubot Sans"/>
              <a:buNone/>
              <a:defRPr sz="2400" b="1">
                <a:latin typeface="Hubot Sans"/>
                <a:ea typeface="Hubot Sans"/>
                <a:cs typeface="Hubot Sans"/>
              </a:defRPr>
            </a:lvl5pPr>
            <a:lvl6pPr algn="ctr">
              <a:lnSpc>
                <a:spcPct val="100000"/>
              </a:lnSpc>
              <a:spcBef>
                <a:spcPts val="0"/>
              </a:spcBef>
              <a:spcAft>
                <a:spcPts val="0"/>
              </a:spcAft>
              <a:buSzPts val="2400"/>
              <a:buFont typeface="Hubot Sans"/>
              <a:buNone/>
              <a:defRPr sz="2400" b="1">
                <a:latin typeface="Hubot Sans"/>
                <a:ea typeface="Hubot Sans"/>
                <a:cs typeface="Hubot Sans"/>
              </a:defRPr>
            </a:lvl6pPr>
            <a:lvl7pPr algn="ctr">
              <a:lnSpc>
                <a:spcPct val="100000"/>
              </a:lnSpc>
              <a:spcBef>
                <a:spcPts val="0"/>
              </a:spcBef>
              <a:spcAft>
                <a:spcPts val="0"/>
              </a:spcAft>
              <a:buSzPts val="2400"/>
              <a:buFont typeface="Hubot Sans"/>
              <a:buNone/>
              <a:defRPr sz="2400" b="1">
                <a:latin typeface="Hubot Sans"/>
                <a:ea typeface="Hubot Sans"/>
                <a:cs typeface="Hubot Sans"/>
              </a:defRPr>
            </a:lvl7pPr>
            <a:lvl8pPr algn="ctr">
              <a:lnSpc>
                <a:spcPct val="100000"/>
              </a:lnSpc>
              <a:spcBef>
                <a:spcPts val="0"/>
              </a:spcBef>
              <a:spcAft>
                <a:spcPts val="0"/>
              </a:spcAft>
              <a:buSzPts val="2400"/>
              <a:buFont typeface="Hubot Sans"/>
              <a:buNone/>
              <a:defRPr sz="2400" b="1">
                <a:latin typeface="Hubot Sans"/>
                <a:ea typeface="Hubot Sans"/>
                <a:cs typeface="Hubot Sans"/>
              </a:defRPr>
            </a:lvl8pPr>
            <a:lvl9pPr algn="ct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
        <p:nvSpPr>
          <p:cNvPr id="119" name="Google Shape;119;p20">
            <a:extLst xmlns:a="http://schemas.openxmlformats.org/drawingml/2006/main">
              <a:ext uri="{FF2B5EF4-FFF2-40B4-BE49-F238E27FC236}">
                <a16:creationId xmlns:a16="http://schemas.microsoft.com/office/drawing/2014/main" id="{F2269EC5-FE9C-4844-9225-283D3ABFA332}"/>
              </a:ext>
            </a:extLst>
          </p:cNvPr>
          <p:cNvSpPr>
            <a:spLocks xmlns:a="http://schemas.openxmlformats.org/drawingml/2006/main" noGrp="1"/>
          </p:cNvSpPr>
          <p:nvPr>
            <p:ph type="subTitle" idx="8"/>
          </p:nvPr>
        </p:nvSpPr>
        <p:spPr>
          <a:xfrm xmlns:a="http://schemas.openxmlformats.org/drawingml/2006/main">
            <a:off x="4736647" y="2969075"/>
            <a:ext cx="3988200" cy="6771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gn="ctr">
              <a:lnSpc>
                <a:spcPct val="100000"/>
              </a:lnSpc>
              <a:spcBef>
                <a:spcPts val="0"/>
              </a:spcBef>
              <a:spcAft>
                <a:spcPts val="0"/>
              </a:spcAft>
              <a:buSzPts val="2400"/>
              <a:buFont typeface="Hubot Sans"/>
              <a:buNone/>
              <a:defRPr sz="2400" b="1">
                <a:latin typeface="Hubot Sans"/>
                <a:ea typeface="Hubot Sans"/>
                <a:cs typeface="Hubot Sans"/>
              </a:defRPr>
            </a:lvl2pPr>
            <a:lvl3pPr algn="ctr">
              <a:lnSpc>
                <a:spcPct val="100000"/>
              </a:lnSpc>
              <a:spcBef>
                <a:spcPts val="0"/>
              </a:spcBef>
              <a:spcAft>
                <a:spcPts val="0"/>
              </a:spcAft>
              <a:buSzPts val="2400"/>
              <a:buFont typeface="Hubot Sans"/>
              <a:buNone/>
              <a:defRPr sz="2400" b="1">
                <a:latin typeface="Hubot Sans"/>
                <a:ea typeface="Hubot Sans"/>
                <a:cs typeface="Hubot Sans"/>
              </a:defRPr>
            </a:lvl3pPr>
            <a:lvl4pPr algn="ctr">
              <a:lnSpc>
                <a:spcPct val="100000"/>
              </a:lnSpc>
              <a:spcBef>
                <a:spcPts val="0"/>
              </a:spcBef>
              <a:spcAft>
                <a:spcPts val="0"/>
              </a:spcAft>
              <a:buSzPts val="2400"/>
              <a:buFont typeface="Hubot Sans"/>
              <a:buNone/>
              <a:defRPr sz="2400" b="1">
                <a:latin typeface="Hubot Sans"/>
                <a:ea typeface="Hubot Sans"/>
                <a:cs typeface="Hubot Sans"/>
              </a:defRPr>
            </a:lvl4pPr>
            <a:lvl5pPr algn="ctr">
              <a:lnSpc>
                <a:spcPct val="100000"/>
              </a:lnSpc>
              <a:spcBef>
                <a:spcPts val="0"/>
              </a:spcBef>
              <a:spcAft>
                <a:spcPts val="0"/>
              </a:spcAft>
              <a:buSzPts val="2400"/>
              <a:buFont typeface="Hubot Sans"/>
              <a:buNone/>
              <a:defRPr sz="2400" b="1">
                <a:latin typeface="Hubot Sans"/>
                <a:ea typeface="Hubot Sans"/>
                <a:cs typeface="Hubot Sans"/>
              </a:defRPr>
            </a:lvl5pPr>
            <a:lvl6pPr algn="ctr">
              <a:lnSpc>
                <a:spcPct val="100000"/>
              </a:lnSpc>
              <a:spcBef>
                <a:spcPts val="0"/>
              </a:spcBef>
              <a:spcAft>
                <a:spcPts val="0"/>
              </a:spcAft>
              <a:buSzPts val="2400"/>
              <a:buFont typeface="Hubot Sans"/>
              <a:buNone/>
              <a:defRPr sz="2400" b="1">
                <a:latin typeface="Hubot Sans"/>
                <a:ea typeface="Hubot Sans"/>
                <a:cs typeface="Hubot Sans"/>
              </a:defRPr>
            </a:lvl6pPr>
            <a:lvl7pPr algn="ctr">
              <a:lnSpc>
                <a:spcPct val="100000"/>
              </a:lnSpc>
              <a:spcBef>
                <a:spcPts val="0"/>
              </a:spcBef>
              <a:spcAft>
                <a:spcPts val="0"/>
              </a:spcAft>
              <a:buSzPts val="2400"/>
              <a:buFont typeface="Hubot Sans"/>
              <a:buNone/>
              <a:defRPr sz="2400" b="1">
                <a:latin typeface="Hubot Sans"/>
                <a:ea typeface="Hubot Sans"/>
                <a:cs typeface="Hubot Sans"/>
              </a:defRPr>
            </a:lvl7pPr>
            <a:lvl8pPr algn="ctr">
              <a:lnSpc>
                <a:spcPct val="100000"/>
              </a:lnSpc>
              <a:spcBef>
                <a:spcPts val="0"/>
              </a:spcBef>
              <a:spcAft>
                <a:spcPts val="0"/>
              </a:spcAft>
              <a:buSzPts val="2400"/>
              <a:buFont typeface="Hubot Sans"/>
              <a:buNone/>
              <a:defRPr sz="2400" b="1">
                <a:latin typeface="Hubot Sans"/>
                <a:ea typeface="Hubot Sans"/>
                <a:cs typeface="Hubot Sans"/>
              </a:defRPr>
            </a:lvl8pPr>
            <a:lvl9pPr algn="ct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Tree>
  </p:cSld>
</p:sldLayout>
</file>

<file path=ppt/slideLayouts/slideLayout20.xml><?xml version="1.0" encoding="utf-8"?>
<p:sldLayout xmlns:p="http://schemas.openxmlformats.org/presentationml/2006/main" matchingName="Numbers and text">
  <p:cSld name="CUSTOM_8">
    <p:spTree>
      <p:nvGrpSpPr>
        <p:cNvPr id="1" name=""/>
        <p:cNvGrpSpPr/>
        <p:nvPr/>
      </p:nvGrpSpPr>
      <p:grpSpPr>
        <a:xfrm xmlns:a="http://schemas.openxmlformats.org/drawingml/2006/main"/>
      </p:grpSpPr>
      <p:pic>
        <p:nvPicPr>
          <p:cNvPr id="121" name="Google Shape;121;p21">
            <a:extLst xmlns:a="http://schemas.openxmlformats.org/drawingml/2006/main">
              <a:ext uri="{FF2B5EF4-FFF2-40B4-BE49-F238E27FC236}">
                <a16:creationId xmlns:a16="http://schemas.microsoft.com/office/drawing/2014/main" id="{862B0533-439F-4AC2-B0A2-964590194C0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7bc55cdcc0b471b">
            <a:alphaModFix/>
          </a:blip>
          <a:srcRect xmlns:a="http://schemas.openxmlformats.org/drawingml/2006/main" l="0" t="0" r="0" b="0"/>
          <a:stretch xmlns:a="http://schemas.openxmlformats.org/drawingml/2006/main"/>
        </p:blipFill>
        <p:spPr>
          <a:xfrm xmlns:a="http://schemas.openxmlformats.org/drawingml/2006/main" rot="10800000">
            <a:off x="-1" y="-1"/>
            <a:ext cx="9144003" cy="5143501"/>
          </a:xfrm>
          <a:prstGeom xmlns:a="http://schemas.openxmlformats.org/drawingml/2006/main" prst="rect">
            <a:avLst/>
          </a:prstGeom>
          <a:ln xmlns:a="http://schemas.openxmlformats.org/drawingml/2006/main">
            <a:noFill/>
          </a:ln>
        </p:spPr>
      </p:pic>
      <p:cxnSp>
        <p:nvCxnSpPr>
          <p:cNvPr id="122" name="Google Shape;122;p21">
            <a:extLst xmlns:a="http://schemas.openxmlformats.org/drawingml/2006/main">
              <a:ext uri="{FF2B5EF4-FFF2-40B4-BE49-F238E27FC236}">
                <a16:creationId xmlns:a16="http://schemas.microsoft.com/office/drawing/2014/main" id="{B7E88E8F-0E7C-4FEF-B998-7100DF9F3CBE}"/>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123" name="Google Shape;123;p21">
            <a:extLst xmlns:a="http://schemas.openxmlformats.org/drawingml/2006/main">
              <a:ext uri="{FF2B5EF4-FFF2-40B4-BE49-F238E27FC236}">
                <a16:creationId xmlns:a16="http://schemas.microsoft.com/office/drawing/2014/main" id="{38B1788C-6542-4105-90D3-D74AB2E3BBA2}"/>
              </a:ext>
            </a:extLst>
          </p:cNvPr>
          <p:cNvSpPr>
            <a:spLocks xmlns:a="http://schemas.openxmlformats.org/drawingml/2006/main" noGrp="1"/>
          </p:cNvSpPr>
          <p:nvPr>
            <p:ph type="title" idx="0" hasCustomPrompt="1"/>
          </p:nvPr>
        </p:nvSpPr>
        <p:spPr>
          <a:xfrm xmlns:a="http://schemas.openxmlformats.org/drawingml/2006/main">
            <a:off x="5619000" y="1866929"/>
            <a:ext cx="3296400" cy="800400"/>
          </a:xfrm>
          <a:prstGeom xmlns:a="http://schemas.openxmlformats.org/drawingml/2006/main" prst="rect">
            <a:avLst/>
          </a:prstGeom>
          <a:noFill xmlns:a="http://schemas.openxmlformats.org/drawingml/2006/main"/>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Clr>
                <a:schemeClr val="lt1"/>
              </a:buClr>
              <a:buSzPts val="6000"/>
              <a:buNone/>
              <a:defRPr sz="4000"/>
            </a:lvl1pPr>
            <a:lvl2pPr algn="ctr">
              <a:spcBef>
                <a:spcPts val="0"/>
              </a:spcBef>
              <a:spcAft>
                <a:spcPts val="0"/>
              </a:spcAft>
              <a:buClr>
                <a:schemeClr val="lt1"/>
              </a:buClr>
              <a:buSzPts val="6000"/>
              <a:buNone/>
              <a:defRPr sz="6000">
                <a:solidFill>
                  <a:schemeClr val="lt1"/>
                </a:solidFill>
              </a:defRPr>
            </a:lvl2pPr>
            <a:lvl3pPr algn="ctr">
              <a:spcBef>
                <a:spcPts val="0"/>
              </a:spcBef>
              <a:spcAft>
                <a:spcPts val="0"/>
              </a:spcAft>
              <a:buClr>
                <a:schemeClr val="lt1"/>
              </a:buClr>
              <a:buSzPts val="6000"/>
              <a:buNone/>
              <a:defRPr sz="6000">
                <a:solidFill>
                  <a:schemeClr val="lt1"/>
                </a:solidFill>
              </a:defRPr>
            </a:lvl3pPr>
            <a:lvl4pPr algn="ctr">
              <a:spcBef>
                <a:spcPts val="0"/>
              </a:spcBef>
              <a:spcAft>
                <a:spcPts val="0"/>
              </a:spcAft>
              <a:buClr>
                <a:schemeClr val="lt1"/>
              </a:buClr>
              <a:buSzPts val="6000"/>
              <a:buNone/>
              <a:defRPr sz="6000">
                <a:solidFill>
                  <a:schemeClr val="lt1"/>
                </a:solidFill>
              </a:defRPr>
            </a:lvl4pPr>
            <a:lvl5pPr algn="ctr">
              <a:spcBef>
                <a:spcPts val="0"/>
              </a:spcBef>
              <a:spcAft>
                <a:spcPts val="0"/>
              </a:spcAft>
              <a:buClr>
                <a:schemeClr val="lt1"/>
              </a:buClr>
              <a:buSzPts val="6000"/>
              <a:buNone/>
              <a:defRPr sz="6000">
                <a:solidFill>
                  <a:schemeClr val="lt1"/>
                </a:solidFill>
              </a:defRPr>
            </a:lvl5pPr>
            <a:lvl6pPr algn="ctr">
              <a:spcBef>
                <a:spcPts val="0"/>
              </a:spcBef>
              <a:spcAft>
                <a:spcPts val="0"/>
              </a:spcAft>
              <a:buClr>
                <a:schemeClr val="lt1"/>
              </a:buClr>
              <a:buSzPts val="6000"/>
              <a:buNone/>
              <a:defRPr sz="6000">
                <a:solidFill>
                  <a:schemeClr val="lt1"/>
                </a:solidFill>
              </a:defRPr>
            </a:lvl6pPr>
            <a:lvl7pPr algn="ctr">
              <a:spcBef>
                <a:spcPts val="0"/>
              </a:spcBef>
              <a:spcAft>
                <a:spcPts val="0"/>
              </a:spcAft>
              <a:buClr>
                <a:schemeClr val="lt1"/>
              </a:buClr>
              <a:buSzPts val="6000"/>
              <a:buNone/>
              <a:defRPr sz="6000">
                <a:solidFill>
                  <a:schemeClr val="lt1"/>
                </a:solidFill>
              </a:defRPr>
            </a:lvl7pPr>
            <a:lvl8pPr algn="ctr">
              <a:spcBef>
                <a:spcPts val="0"/>
              </a:spcBef>
              <a:spcAft>
                <a:spcPts val="0"/>
              </a:spcAft>
              <a:buClr>
                <a:schemeClr val="lt1"/>
              </a:buClr>
              <a:buSzPts val="6000"/>
              <a:buNone/>
              <a:defRPr sz="6000">
                <a:solidFill>
                  <a:schemeClr val="lt1"/>
                </a:solidFill>
              </a:defRPr>
            </a:lvl8pPr>
            <a:lvl9pPr algn="ctr">
              <a:spcBef>
                <a:spcPts val="0"/>
              </a:spcBef>
              <a:spcAft>
                <a:spcPts val="0"/>
              </a:spcAft>
              <a:buClr>
                <a:schemeClr val="lt1"/>
              </a:buClr>
              <a:buSzPts val="6000"/>
              <a:buNone/>
              <a:defRPr sz="6000">
                <a:solidFill>
                  <a:schemeClr val="lt1"/>
                </a:solidFill>
              </a:defRPr>
            </a:lvl9pPr>
          </a:lstStyle>
          <a:p xmlns:a="http://schemas.openxmlformats.org/drawingml/2006/main">
            <a:r>
              <a:t>xx%</a:t>
            </a:r>
          </a:p>
        </p:txBody>
      </p:sp>
      <p:sp>
        <p:nvSpPr>
          <p:cNvPr id="124" name="Google Shape;124;p21">
            <a:extLst xmlns:a="http://schemas.openxmlformats.org/drawingml/2006/main">
              <a:ext uri="{FF2B5EF4-FFF2-40B4-BE49-F238E27FC236}">
                <a16:creationId xmlns:a16="http://schemas.microsoft.com/office/drawing/2014/main" id="{D67E4C7B-9139-45DF-A466-C961C162C6A6}"/>
              </a:ext>
            </a:extLst>
          </p:cNvPr>
          <p:cNvSpPr>
            <a:spLocks xmlns:a="http://schemas.openxmlformats.org/drawingml/2006/main" noGrp="1"/>
          </p:cNvSpPr>
          <p:nvPr>
            <p:ph type="subTitle" idx="1"/>
          </p:nvPr>
        </p:nvSpPr>
        <p:spPr>
          <a:xfrm xmlns:a="http://schemas.openxmlformats.org/drawingml/2006/main">
            <a:off x="5619000" y="2591125"/>
            <a:ext cx="3296400" cy="3693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Clr>
                <a:schemeClr val="dk1"/>
              </a:buClr>
              <a:buSzPts val="1200"/>
              <a:buFont typeface="PT Sans"/>
              <a:buNone/>
              <a:defRPr>
                <a:solidFill>
                  <a:schemeClr val="dk1"/>
                </a:solidFill>
              </a:defRPr>
            </a:lvl1pPr>
            <a:lvl2pPr algn="ctr">
              <a:lnSpc>
                <a:spcPct val="100000"/>
              </a:lnSpc>
              <a:spcBef>
                <a:spcPts val="0"/>
              </a:spcBef>
              <a:spcAft>
                <a:spcPts val="0"/>
              </a:spcAft>
              <a:buClr>
                <a:schemeClr val="dk1"/>
              </a:buClr>
              <a:buSzPts val="1200"/>
              <a:buNone/>
              <a:defRPr>
                <a:solidFill>
                  <a:schemeClr val="dk1"/>
                </a:solidFill>
              </a:defRPr>
            </a:lvl2pPr>
            <a:lvl3pPr algn="ctr">
              <a:lnSpc>
                <a:spcPct val="100000"/>
              </a:lnSpc>
              <a:spcBef>
                <a:spcPts val="0"/>
              </a:spcBef>
              <a:spcAft>
                <a:spcPts val="0"/>
              </a:spcAft>
              <a:buClr>
                <a:schemeClr val="dk1"/>
              </a:buClr>
              <a:buSzPts val="1200"/>
              <a:buNone/>
              <a:defRPr>
                <a:solidFill>
                  <a:schemeClr val="dk1"/>
                </a:solidFill>
              </a:defRPr>
            </a:lvl3pPr>
            <a:lvl4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4pPr>
            <a:lvl5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5pPr>
            <a:lvl6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6pPr>
            <a:lvl7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7pPr>
            <a:lvl8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8pPr>
            <a:lvl9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9pPr>
          </a:lstStyle>
          <a:p xmlns:a="http://schemas.openxmlformats.org/drawingml/2006/main"/>
        </p:txBody>
      </p:sp>
      <p:sp>
        <p:nvSpPr>
          <p:cNvPr id="125" name="Google Shape;125;p21">
            <a:extLst xmlns:a="http://schemas.openxmlformats.org/drawingml/2006/main">
              <a:ext uri="{FF2B5EF4-FFF2-40B4-BE49-F238E27FC236}">
                <a16:creationId xmlns:a16="http://schemas.microsoft.com/office/drawing/2014/main" id="{F2874849-843B-4B24-9E61-C88F8A39391D}"/>
              </a:ext>
            </a:extLst>
          </p:cNvPr>
          <p:cNvSpPr>
            <a:spLocks xmlns:a="http://schemas.openxmlformats.org/drawingml/2006/main" noGrp="1"/>
          </p:cNvSpPr>
          <p:nvPr>
            <p:ph type="title" idx="2" hasCustomPrompt="1"/>
          </p:nvPr>
        </p:nvSpPr>
        <p:spPr>
          <a:xfrm xmlns:a="http://schemas.openxmlformats.org/drawingml/2006/main">
            <a:off x="228600" y="3162275"/>
            <a:ext cx="4752600" cy="954300"/>
          </a:xfrm>
          <a:prstGeom xmlns:a="http://schemas.openxmlformats.org/drawingml/2006/main" prst="rect">
            <a:avLst/>
          </a:prstGeom>
          <a:noFill xmlns:a="http://schemas.openxmlformats.org/drawingml/2006/main"/>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Clr>
                <a:schemeClr val="lt1"/>
              </a:buClr>
              <a:buSzPts val="6000"/>
              <a:buNone/>
              <a:defRPr sz="5000"/>
            </a:lvl1pPr>
            <a:lvl2pPr algn="ctr">
              <a:spcBef>
                <a:spcPts val="0"/>
              </a:spcBef>
              <a:spcAft>
                <a:spcPts val="0"/>
              </a:spcAft>
              <a:buClr>
                <a:schemeClr val="lt1"/>
              </a:buClr>
              <a:buSzPts val="6000"/>
              <a:buNone/>
              <a:defRPr sz="6000">
                <a:solidFill>
                  <a:schemeClr val="lt1"/>
                </a:solidFill>
              </a:defRPr>
            </a:lvl2pPr>
            <a:lvl3pPr algn="ctr">
              <a:spcBef>
                <a:spcPts val="0"/>
              </a:spcBef>
              <a:spcAft>
                <a:spcPts val="0"/>
              </a:spcAft>
              <a:buClr>
                <a:schemeClr val="lt1"/>
              </a:buClr>
              <a:buSzPts val="6000"/>
              <a:buNone/>
              <a:defRPr sz="6000">
                <a:solidFill>
                  <a:schemeClr val="lt1"/>
                </a:solidFill>
              </a:defRPr>
            </a:lvl3pPr>
            <a:lvl4pPr algn="ctr">
              <a:spcBef>
                <a:spcPts val="0"/>
              </a:spcBef>
              <a:spcAft>
                <a:spcPts val="0"/>
              </a:spcAft>
              <a:buClr>
                <a:schemeClr val="lt1"/>
              </a:buClr>
              <a:buSzPts val="6000"/>
              <a:buNone/>
              <a:defRPr sz="6000">
                <a:solidFill>
                  <a:schemeClr val="lt1"/>
                </a:solidFill>
              </a:defRPr>
            </a:lvl4pPr>
            <a:lvl5pPr algn="ctr">
              <a:spcBef>
                <a:spcPts val="0"/>
              </a:spcBef>
              <a:spcAft>
                <a:spcPts val="0"/>
              </a:spcAft>
              <a:buClr>
                <a:schemeClr val="lt1"/>
              </a:buClr>
              <a:buSzPts val="6000"/>
              <a:buNone/>
              <a:defRPr sz="6000">
                <a:solidFill>
                  <a:schemeClr val="lt1"/>
                </a:solidFill>
              </a:defRPr>
            </a:lvl5pPr>
            <a:lvl6pPr algn="ctr">
              <a:spcBef>
                <a:spcPts val="0"/>
              </a:spcBef>
              <a:spcAft>
                <a:spcPts val="0"/>
              </a:spcAft>
              <a:buClr>
                <a:schemeClr val="lt1"/>
              </a:buClr>
              <a:buSzPts val="6000"/>
              <a:buNone/>
              <a:defRPr sz="6000">
                <a:solidFill>
                  <a:schemeClr val="lt1"/>
                </a:solidFill>
              </a:defRPr>
            </a:lvl6pPr>
            <a:lvl7pPr algn="ctr">
              <a:spcBef>
                <a:spcPts val="0"/>
              </a:spcBef>
              <a:spcAft>
                <a:spcPts val="0"/>
              </a:spcAft>
              <a:buClr>
                <a:schemeClr val="lt1"/>
              </a:buClr>
              <a:buSzPts val="6000"/>
              <a:buNone/>
              <a:defRPr sz="6000">
                <a:solidFill>
                  <a:schemeClr val="lt1"/>
                </a:solidFill>
              </a:defRPr>
            </a:lvl7pPr>
            <a:lvl8pPr algn="ctr">
              <a:spcBef>
                <a:spcPts val="0"/>
              </a:spcBef>
              <a:spcAft>
                <a:spcPts val="0"/>
              </a:spcAft>
              <a:buClr>
                <a:schemeClr val="lt1"/>
              </a:buClr>
              <a:buSzPts val="6000"/>
              <a:buNone/>
              <a:defRPr sz="6000">
                <a:solidFill>
                  <a:schemeClr val="lt1"/>
                </a:solidFill>
              </a:defRPr>
            </a:lvl8pPr>
            <a:lvl9pPr algn="ctr">
              <a:spcBef>
                <a:spcPts val="0"/>
              </a:spcBef>
              <a:spcAft>
                <a:spcPts val="0"/>
              </a:spcAft>
              <a:buClr>
                <a:schemeClr val="lt1"/>
              </a:buClr>
              <a:buSzPts val="6000"/>
              <a:buNone/>
              <a:defRPr sz="6000">
                <a:solidFill>
                  <a:schemeClr val="lt1"/>
                </a:solidFill>
              </a:defRPr>
            </a:lvl9pPr>
          </a:lstStyle>
          <a:p xmlns:a="http://schemas.openxmlformats.org/drawingml/2006/main">
            <a:r>
              <a:t>xx%</a:t>
            </a:r>
          </a:p>
        </p:txBody>
      </p:sp>
      <p:sp>
        <p:nvSpPr>
          <p:cNvPr id="126" name="Google Shape;126;p21">
            <a:extLst xmlns:a="http://schemas.openxmlformats.org/drawingml/2006/main">
              <a:ext uri="{FF2B5EF4-FFF2-40B4-BE49-F238E27FC236}">
                <a16:creationId xmlns:a16="http://schemas.microsoft.com/office/drawing/2014/main" id="{02953862-35E3-4E3D-BA18-85604F21B1BB}"/>
              </a:ext>
            </a:extLst>
          </p:cNvPr>
          <p:cNvSpPr>
            <a:spLocks xmlns:a="http://schemas.openxmlformats.org/drawingml/2006/main" noGrp="1"/>
          </p:cNvSpPr>
          <p:nvPr>
            <p:ph type="subTitle" idx="3"/>
          </p:nvPr>
        </p:nvSpPr>
        <p:spPr>
          <a:xfrm xmlns:a="http://schemas.openxmlformats.org/drawingml/2006/main">
            <a:off x="300900" y="4195625"/>
            <a:ext cx="4608000" cy="4002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Clr>
                <a:schemeClr val="dk1"/>
              </a:buClr>
              <a:buSzPts val="1200"/>
              <a:buFont typeface="PT Sans"/>
              <a:buNone/>
              <a:defRPr sz="1400">
                <a:solidFill>
                  <a:schemeClr val="dk1"/>
                </a:solidFill>
              </a:defRPr>
            </a:lvl1pPr>
            <a:lvl2pPr algn="ctr">
              <a:lnSpc>
                <a:spcPct val="100000"/>
              </a:lnSpc>
              <a:spcBef>
                <a:spcPts val="0"/>
              </a:spcBef>
              <a:spcAft>
                <a:spcPts val="0"/>
              </a:spcAft>
              <a:buClr>
                <a:schemeClr val="dk1"/>
              </a:buClr>
              <a:buSzPts val="1200"/>
              <a:buNone/>
              <a:defRPr>
                <a:solidFill>
                  <a:schemeClr val="dk1"/>
                </a:solidFill>
              </a:defRPr>
            </a:lvl2pPr>
            <a:lvl3pPr algn="ctr">
              <a:lnSpc>
                <a:spcPct val="100000"/>
              </a:lnSpc>
              <a:spcBef>
                <a:spcPts val="0"/>
              </a:spcBef>
              <a:spcAft>
                <a:spcPts val="0"/>
              </a:spcAft>
              <a:buClr>
                <a:schemeClr val="dk1"/>
              </a:buClr>
              <a:buSzPts val="1200"/>
              <a:buNone/>
              <a:defRPr>
                <a:solidFill>
                  <a:schemeClr val="dk1"/>
                </a:solidFill>
              </a:defRPr>
            </a:lvl3pPr>
            <a:lvl4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4pPr>
            <a:lvl5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5pPr>
            <a:lvl6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6pPr>
            <a:lvl7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7pPr>
            <a:lvl8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8pPr>
            <a:lvl9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9pPr>
          </a:lstStyle>
          <a:p xmlns:a="http://schemas.openxmlformats.org/drawingml/2006/main"/>
        </p:txBody>
      </p:sp>
      <p:sp>
        <p:nvSpPr>
          <p:cNvPr id="127" name="Google Shape;127;p21">
            <a:extLst xmlns:a="http://schemas.openxmlformats.org/drawingml/2006/main">
              <a:ext uri="{FF2B5EF4-FFF2-40B4-BE49-F238E27FC236}">
                <a16:creationId xmlns:a16="http://schemas.microsoft.com/office/drawing/2014/main" id="{E55DFE0D-DB25-4C39-8EA2-2A7C60327771}"/>
              </a:ext>
            </a:extLst>
          </p:cNvPr>
          <p:cNvSpPr>
            <a:spLocks xmlns:a="http://schemas.openxmlformats.org/drawingml/2006/main" noGrp="1"/>
          </p:cNvSpPr>
          <p:nvPr>
            <p:ph type="title" idx="4" hasCustomPrompt="1"/>
          </p:nvPr>
        </p:nvSpPr>
        <p:spPr>
          <a:xfrm xmlns:a="http://schemas.openxmlformats.org/drawingml/2006/main">
            <a:off x="5619000" y="544825"/>
            <a:ext cx="3296400" cy="800400"/>
          </a:xfrm>
          <a:prstGeom xmlns:a="http://schemas.openxmlformats.org/drawingml/2006/main" prst="rect">
            <a:avLst/>
          </a:prstGeom>
          <a:noFill xmlns:a="http://schemas.openxmlformats.org/drawingml/2006/main"/>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Clr>
                <a:schemeClr val="lt1"/>
              </a:buClr>
              <a:buSzPts val="6000"/>
              <a:buNone/>
              <a:defRPr sz="4000"/>
            </a:lvl1pPr>
            <a:lvl2pPr algn="ctr">
              <a:spcBef>
                <a:spcPts val="0"/>
              </a:spcBef>
              <a:spcAft>
                <a:spcPts val="0"/>
              </a:spcAft>
              <a:buClr>
                <a:schemeClr val="lt1"/>
              </a:buClr>
              <a:buSzPts val="6000"/>
              <a:buNone/>
              <a:defRPr sz="6000">
                <a:solidFill>
                  <a:schemeClr val="lt1"/>
                </a:solidFill>
              </a:defRPr>
            </a:lvl2pPr>
            <a:lvl3pPr algn="ctr">
              <a:spcBef>
                <a:spcPts val="0"/>
              </a:spcBef>
              <a:spcAft>
                <a:spcPts val="0"/>
              </a:spcAft>
              <a:buClr>
                <a:schemeClr val="lt1"/>
              </a:buClr>
              <a:buSzPts val="6000"/>
              <a:buNone/>
              <a:defRPr sz="6000">
                <a:solidFill>
                  <a:schemeClr val="lt1"/>
                </a:solidFill>
              </a:defRPr>
            </a:lvl3pPr>
            <a:lvl4pPr algn="ctr">
              <a:spcBef>
                <a:spcPts val="0"/>
              </a:spcBef>
              <a:spcAft>
                <a:spcPts val="0"/>
              </a:spcAft>
              <a:buClr>
                <a:schemeClr val="lt1"/>
              </a:buClr>
              <a:buSzPts val="6000"/>
              <a:buNone/>
              <a:defRPr sz="6000">
                <a:solidFill>
                  <a:schemeClr val="lt1"/>
                </a:solidFill>
              </a:defRPr>
            </a:lvl4pPr>
            <a:lvl5pPr algn="ctr">
              <a:spcBef>
                <a:spcPts val="0"/>
              </a:spcBef>
              <a:spcAft>
                <a:spcPts val="0"/>
              </a:spcAft>
              <a:buClr>
                <a:schemeClr val="lt1"/>
              </a:buClr>
              <a:buSzPts val="6000"/>
              <a:buNone/>
              <a:defRPr sz="6000">
                <a:solidFill>
                  <a:schemeClr val="lt1"/>
                </a:solidFill>
              </a:defRPr>
            </a:lvl5pPr>
            <a:lvl6pPr algn="ctr">
              <a:spcBef>
                <a:spcPts val="0"/>
              </a:spcBef>
              <a:spcAft>
                <a:spcPts val="0"/>
              </a:spcAft>
              <a:buClr>
                <a:schemeClr val="lt1"/>
              </a:buClr>
              <a:buSzPts val="6000"/>
              <a:buNone/>
              <a:defRPr sz="6000">
                <a:solidFill>
                  <a:schemeClr val="lt1"/>
                </a:solidFill>
              </a:defRPr>
            </a:lvl6pPr>
            <a:lvl7pPr algn="ctr">
              <a:spcBef>
                <a:spcPts val="0"/>
              </a:spcBef>
              <a:spcAft>
                <a:spcPts val="0"/>
              </a:spcAft>
              <a:buClr>
                <a:schemeClr val="lt1"/>
              </a:buClr>
              <a:buSzPts val="6000"/>
              <a:buNone/>
              <a:defRPr sz="6000">
                <a:solidFill>
                  <a:schemeClr val="lt1"/>
                </a:solidFill>
              </a:defRPr>
            </a:lvl7pPr>
            <a:lvl8pPr algn="ctr">
              <a:spcBef>
                <a:spcPts val="0"/>
              </a:spcBef>
              <a:spcAft>
                <a:spcPts val="0"/>
              </a:spcAft>
              <a:buClr>
                <a:schemeClr val="lt1"/>
              </a:buClr>
              <a:buSzPts val="6000"/>
              <a:buNone/>
              <a:defRPr sz="6000">
                <a:solidFill>
                  <a:schemeClr val="lt1"/>
                </a:solidFill>
              </a:defRPr>
            </a:lvl8pPr>
            <a:lvl9pPr algn="ctr">
              <a:spcBef>
                <a:spcPts val="0"/>
              </a:spcBef>
              <a:spcAft>
                <a:spcPts val="0"/>
              </a:spcAft>
              <a:buClr>
                <a:schemeClr val="lt1"/>
              </a:buClr>
              <a:buSzPts val="6000"/>
              <a:buNone/>
              <a:defRPr sz="6000">
                <a:solidFill>
                  <a:schemeClr val="lt1"/>
                </a:solidFill>
              </a:defRPr>
            </a:lvl9pPr>
          </a:lstStyle>
          <a:p xmlns:a="http://schemas.openxmlformats.org/drawingml/2006/main">
            <a:r>
              <a:t>xx%</a:t>
            </a:r>
          </a:p>
        </p:txBody>
      </p:sp>
      <p:sp>
        <p:nvSpPr>
          <p:cNvPr id="128" name="Google Shape;128;p21">
            <a:extLst xmlns:a="http://schemas.openxmlformats.org/drawingml/2006/main">
              <a:ext uri="{FF2B5EF4-FFF2-40B4-BE49-F238E27FC236}">
                <a16:creationId xmlns:a16="http://schemas.microsoft.com/office/drawing/2014/main" id="{BDE9EC30-29F1-4EC5-8D20-36CD4E8393EE}"/>
              </a:ext>
            </a:extLst>
          </p:cNvPr>
          <p:cNvSpPr>
            <a:spLocks xmlns:a="http://schemas.openxmlformats.org/drawingml/2006/main" noGrp="1"/>
          </p:cNvSpPr>
          <p:nvPr>
            <p:ph type="subTitle" idx="5"/>
          </p:nvPr>
        </p:nvSpPr>
        <p:spPr>
          <a:xfrm xmlns:a="http://schemas.openxmlformats.org/drawingml/2006/main">
            <a:off x="5619000" y="1269021"/>
            <a:ext cx="3296400" cy="3693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Clr>
                <a:schemeClr val="dk1"/>
              </a:buClr>
              <a:buSzPts val="1200"/>
              <a:buFont typeface="PT Sans"/>
              <a:buNone/>
              <a:defRPr>
                <a:solidFill>
                  <a:schemeClr val="dk1"/>
                </a:solidFill>
              </a:defRPr>
            </a:lvl1pPr>
            <a:lvl2pPr algn="ctr">
              <a:lnSpc>
                <a:spcPct val="100000"/>
              </a:lnSpc>
              <a:spcBef>
                <a:spcPts val="0"/>
              </a:spcBef>
              <a:spcAft>
                <a:spcPts val="0"/>
              </a:spcAft>
              <a:buClr>
                <a:schemeClr val="dk1"/>
              </a:buClr>
              <a:buSzPts val="1200"/>
              <a:buNone/>
              <a:defRPr>
                <a:solidFill>
                  <a:schemeClr val="dk1"/>
                </a:solidFill>
              </a:defRPr>
            </a:lvl2pPr>
            <a:lvl3pPr algn="ctr">
              <a:lnSpc>
                <a:spcPct val="100000"/>
              </a:lnSpc>
              <a:spcBef>
                <a:spcPts val="0"/>
              </a:spcBef>
              <a:spcAft>
                <a:spcPts val="0"/>
              </a:spcAft>
              <a:buClr>
                <a:schemeClr val="dk1"/>
              </a:buClr>
              <a:buSzPts val="1200"/>
              <a:buNone/>
              <a:defRPr>
                <a:solidFill>
                  <a:schemeClr val="dk1"/>
                </a:solidFill>
              </a:defRPr>
            </a:lvl3pPr>
            <a:lvl4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4pPr>
            <a:lvl5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5pPr>
            <a:lvl6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6pPr>
            <a:lvl7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7pPr>
            <a:lvl8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8pPr>
            <a:lvl9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9pPr>
          </a:lstStyle>
          <a:p xmlns:a="http://schemas.openxmlformats.org/drawingml/2006/main"/>
        </p:txBody>
      </p:sp>
    </p:spTree>
  </p:cSld>
</p:sldLayout>
</file>

<file path=ppt/slideLayouts/slideLayout21.xml><?xml version="1.0" encoding="utf-8"?>
<p:sldLayout xmlns:p="http://schemas.openxmlformats.org/presentationml/2006/main" matchingName="Thanks">
  <p:cSld name="CUSTOM_3_1">
    <p:spTree>
      <p:nvGrpSpPr>
        <p:cNvPr id="1" name=""/>
        <p:cNvGrpSpPr/>
        <p:nvPr/>
      </p:nvGrpSpPr>
      <p:grpSpPr>
        <a:xfrm xmlns:a="http://schemas.openxmlformats.org/drawingml/2006/main"/>
      </p:grpSpPr>
      <p:pic>
        <p:nvPicPr>
          <p:cNvPr id="130" name="Google Shape;130;p22">
            <a:extLst xmlns:a="http://schemas.openxmlformats.org/drawingml/2006/main">
              <a:ext uri="{FF2B5EF4-FFF2-40B4-BE49-F238E27FC236}">
                <a16:creationId xmlns:a16="http://schemas.microsoft.com/office/drawing/2014/main" id="{FF6161BF-83D6-4CA1-B173-03DB47B5797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211322ac0b840dd">
            <a:alphaModFix/>
          </a:blip>
          <a:srcRect xmlns:a="http://schemas.openxmlformats.org/drawingml/2006/main" l="0" t="0" r="0" b="0"/>
          <a:stretch xmlns:a="http://schemas.openxmlformats.org/drawingml/2006/main"/>
        </p:blipFill>
        <p:spPr>
          <a:xfrm xmlns:a="http://schemas.openxmlformats.org/drawingml/2006/main" rot="10800000" flipH="1">
            <a:off x="-1" y="-1"/>
            <a:ext cx="9144003" cy="5143501"/>
          </a:xfrm>
          <a:prstGeom xmlns:a="http://schemas.openxmlformats.org/drawingml/2006/main" prst="rect">
            <a:avLst/>
          </a:prstGeom>
          <a:ln xmlns:a="http://schemas.openxmlformats.org/drawingml/2006/main">
            <a:noFill/>
          </a:ln>
        </p:spPr>
      </p:pic>
      <p:cxnSp>
        <p:nvCxnSpPr>
          <p:cNvPr id="131" name="Google Shape;131;p22">
            <a:extLst xmlns:a="http://schemas.openxmlformats.org/drawingml/2006/main">
              <a:ext uri="{FF2B5EF4-FFF2-40B4-BE49-F238E27FC236}">
                <a16:creationId xmlns:a16="http://schemas.microsoft.com/office/drawing/2014/main" id="{B3B3DF11-6882-42D1-80DB-1A521979D44E}"/>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132" name="Google Shape;132;p22">
            <a:extLst xmlns:a="http://schemas.openxmlformats.org/drawingml/2006/main">
              <a:ext uri="{FF2B5EF4-FFF2-40B4-BE49-F238E27FC236}">
                <a16:creationId xmlns:a16="http://schemas.microsoft.com/office/drawing/2014/main" id="{7E87553F-3465-4F30-97A7-D71BC998EF17}"/>
              </a:ext>
            </a:extLst>
          </p:cNvPr>
          <p:cNvSpPr>
            <a:spLocks xmlns:a="http://schemas.openxmlformats.org/drawingml/2006/main" noGrp="1"/>
          </p:cNvSpPr>
          <p:nvPr>
            <p:ph type="title" idx="0"/>
          </p:nvPr>
        </p:nvSpPr>
        <p:spPr>
          <a:xfrm xmlns:a="http://schemas.openxmlformats.org/drawingml/2006/main">
            <a:off x="228657" y="2672375"/>
            <a:ext cx="5344200" cy="11082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2600"/>
              <a:buNone/>
              <a:defRPr sz="6000"/>
            </a:lvl1pPr>
            <a:lvl2pPr>
              <a:spcBef>
                <a:spcPts val="0"/>
              </a:spcBef>
              <a:spcAft>
                <a:spcPts val="0"/>
              </a:spcAft>
              <a:buSzPts val="2600"/>
              <a:buNone/>
              <a:defRPr/>
            </a:lvl2pPr>
            <a:lvl3pPr>
              <a:spcBef>
                <a:spcPts val="0"/>
              </a:spcBef>
              <a:spcAft>
                <a:spcPts val="0"/>
              </a:spcAft>
              <a:buSzPts val="2600"/>
              <a:buNone/>
              <a:defRPr/>
            </a:lvl3pPr>
            <a:lvl4pPr>
              <a:spcBef>
                <a:spcPts val="0"/>
              </a:spcBef>
              <a:spcAft>
                <a:spcPts val="0"/>
              </a:spcAft>
              <a:buSzPts val="2600"/>
              <a:buNone/>
              <a:defRPr/>
            </a:lvl4pPr>
            <a:lvl5pPr>
              <a:spcBef>
                <a:spcPts val="0"/>
              </a:spcBef>
              <a:spcAft>
                <a:spcPts val="0"/>
              </a:spcAft>
              <a:buSzPts val="2600"/>
              <a:buNone/>
              <a:defRPr/>
            </a:lvl5pPr>
            <a:lvl6pPr>
              <a:spcBef>
                <a:spcPts val="0"/>
              </a:spcBef>
              <a:spcAft>
                <a:spcPts val="0"/>
              </a:spcAft>
              <a:buSzPts val="2600"/>
              <a:buNone/>
              <a:defRPr/>
            </a:lvl6pPr>
            <a:lvl7pPr>
              <a:spcBef>
                <a:spcPts val="0"/>
              </a:spcBef>
              <a:spcAft>
                <a:spcPts val="0"/>
              </a:spcAft>
              <a:buSzPts val="2600"/>
              <a:buNone/>
              <a:defRPr/>
            </a:lvl7pPr>
            <a:lvl8pPr>
              <a:spcBef>
                <a:spcPts val="0"/>
              </a:spcBef>
              <a:spcAft>
                <a:spcPts val="0"/>
              </a:spcAft>
              <a:buSzPts val="2600"/>
              <a:buNone/>
              <a:defRPr/>
            </a:lvl8pPr>
            <a:lvl9pPr>
              <a:spcBef>
                <a:spcPts val="0"/>
              </a:spcBef>
              <a:spcAft>
                <a:spcPts val="0"/>
              </a:spcAft>
              <a:buSzPts val="2600"/>
              <a:buNone/>
              <a:defRPr/>
            </a:lvl9pPr>
          </a:lstStyle>
          <a:p xmlns:a="http://schemas.openxmlformats.org/drawingml/2006/main"/>
        </p:txBody>
      </p:sp>
      <p:sp>
        <p:nvSpPr>
          <p:cNvPr id="133" name="Google Shape;133;p22">
            <a:extLst xmlns:a="http://schemas.openxmlformats.org/drawingml/2006/main">
              <a:ext uri="{FF2B5EF4-FFF2-40B4-BE49-F238E27FC236}">
                <a16:creationId xmlns:a16="http://schemas.microsoft.com/office/drawing/2014/main" id="{365DABCD-73C4-4AB6-8E83-5A172863B24C}"/>
              </a:ext>
            </a:extLst>
          </p:cNvPr>
          <p:cNvSpPr>
            <a:spLocks xmlns:a="http://schemas.openxmlformats.org/drawingml/2006/main" noGrp="1"/>
          </p:cNvSpPr>
          <p:nvPr>
            <p:ph type="subTitle" idx="1"/>
          </p:nvPr>
        </p:nvSpPr>
        <p:spPr>
          <a:xfrm xmlns:a="http://schemas.openxmlformats.org/drawingml/2006/main">
            <a:off x="228600" y="3704381"/>
            <a:ext cx="4928400" cy="1046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200"/>
              <a:buNone/>
              <a:defRPr sz="1400"/>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xmlns:a="http://schemas.openxmlformats.org/drawingml/2006/main"/>
        </p:txBody>
      </p:sp>
      <p:sp>
        <p:nvSpPr>
          <p:cNvPr id="134" name="Google Shape;134;p22">
            <a:extLst xmlns:a="http://schemas.openxmlformats.org/drawingml/2006/main">
              <a:ext uri="{FF2B5EF4-FFF2-40B4-BE49-F238E27FC236}">
                <a16:creationId xmlns:a16="http://schemas.microsoft.com/office/drawing/2014/main" id="{16D0507F-DCF0-4788-8285-956E57946984}"/>
              </a:ext>
            </a:extLst>
          </p:cNvPr>
          <p:cNvSpPr>
            <a:spLocks xmlns:a="http://schemas.openxmlformats.org/drawingml/2006/main" noGrp="1"/>
          </p:cNvSpPr>
          <p:nvPr/>
        </p:nvSpPr>
        <p:spPr>
          <a:xfrm xmlns:a="http://schemas.openxmlformats.org/drawingml/2006/main">
            <a:off x="6395625" y="392419"/>
            <a:ext cx="2519700" cy="80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300"/>
              </a:spcBef>
              <a:spcAft>
                <a:spcPts val="0"/>
              </a:spcAft>
              <a:buNone/>
            </a:pPr>
            <a:r>
              <a:rPr sz="1000" b="1">
                <a:solidFill>
                  <a:schemeClr val="dk1"/>
                </a:solidFill>
                <a:latin typeface="Work Sans"/>
                <a:ea typeface="Work Sans"/>
                <a:cs typeface="Work Sans"/>
              </a:rPr>
              <a:t>CREDITS:</a:t>
            </a:r>
            <a:r>
              <a:rPr sz="1000">
                <a:solidFill>
                  <a:schemeClr val="dk1"/>
                </a:solidFill>
                <a:latin typeface="Work Sans"/>
                <a:ea typeface="Work Sans"/>
                <a:cs typeface="Work Sans"/>
              </a:rPr>
              <a:t> This presentation template was created by </a:t>
            </a:r>
            <a:r>
              <a:rPr sz="1000" b="1" u="sng">
                <a:solidFill>
                  <a:schemeClr val="dk1"/>
                </a:solidFill>
                <a:latin typeface="Work Sans"/>
                <a:ea typeface="Work Sans"/>
                <a:cs typeface="Work Sans"/>
              </a:rPr>
              <a:t>Slidesgo</a:t>
            </a:r>
            <a:r>
              <a:rPr sz="1000">
                <a:solidFill>
                  <a:schemeClr val="dk1"/>
                </a:solidFill>
                <a:latin typeface="Work Sans"/>
                <a:ea typeface="Work Sans"/>
                <a:cs typeface="Work Sans"/>
              </a:rPr>
              <a:t>, and includes icons, infographics &amp; images by </a:t>
            </a:r>
            <a:r>
              <a:rPr sz="1000" b="1" u="sng">
                <a:solidFill>
                  <a:schemeClr val="dk1"/>
                </a:solidFill>
                <a:latin typeface="Work Sans"/>
                <a:ea typeface="Work Sans"/>
                <a:cs typeface="Work Sans"/>
              </a:rPr>
              <a:t>Freepik</a:t>
            </a:r>
            <a:r>
              <a:rPr sz="1000" u="sng">
                <a:solidFill>
                  <a:schemeClr val="dk1"/>
                </a:solidFill>
                <a:latin typeface="Work Sans"/>
                <a:ea typeface="Work Sans"/>
                <a:cs typeface="Work Sans"/>
              </a:rPr>
              <a:t> </a:t>
            </a:r>
            <a:endParaRPr sz="1000" b="1" u="sng">
              <a:solidFill>
                <a:schemeClr val="dk1"/>
              </a:solidFill>
              <a:latin typeface="Work Sans"/>
              <a:ea typeface="Work Sans"/>
              <a:cs typeface="Work Sans"/>
            </a:endParaRPr>
          </a:p>
        </p:txBody>
      </p:sp>
    </p:spTree>
  </p:cSld>
</p:sldLayout>
</file>

<file path=ppt/slideLayouts/slideLayout22.xml><?xml version="1.0" encoding="utf-8"?>
<p:sldLayout xmlns:p="http://schemas.openxmlformats.org/presentationml/2006/main" matchingName="Background">
  <p:cSld name="CUSTOM_9">
    <p:spTree>
      <p:nvGrpSpPr>
        <p:cNvPr id="1" name=""/>
        <p:cNvGrpSpPr/>
        <p:nvPr/>
      </p:nvGrpSpPr>
      <p:grpSpPr>
        <a:xfrm xmlns:a="http://schemas.openxmlformats.org/drawingml/2006/main"/>
      </p:grpSpPr>
      <p:pic>
        <p:nvPicPr>
          <p:cNvPr id="136" name="Google Shape;136;p23">
            <a:extLst xmlns:a="http://schemas.openxmlformats.org/drawingml/2006/main">
              <a:ext uri="{FF2B5EF4-FFF2-40B4-BE49-F238E27FC236}">
                <a16:creationId xmlns:a16="http://schemas.microsoft.com/office/drawing/2014/main" id="{0AD3642F-4239-4B61-AAA2-FB80B0933E9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3f84ef5f58c43ca">
            <a:alphaModFix/>
          </a:blip>
          <a:srcRect xmlns:a="http://schemas.openxmlformats.org/drawingml/2006/main" l="0" t="0" r="0" b="0"/>
          <a:stretch xmlns:a="http://schemas.openxmlformats.org/drawingml/2006/main"/>
        </p:blipFill>
        <p:spPr>
          <a:xfrm xmlns:a="http://schemas.openxmlformats.org/drawingml/2006/main" flipH="1">
            <a:off x="-1" y="-1"/>
            <a:ext cx="9144003" cy="5143501"/>
          </a:xfrm>
          <a:prstGeom xmlns:a="http://schemas.openxmlformats.org/drawingml/2006/main" prst="rect">
            <a:avLst/>
          </a:prstGeom>
          <a:ln xmlns:a="http://schemas.openxmlformats.org/drawingml/2006/main">
            <a:noFill/>
          </a:ln>
        </p:spPr>
      </p:pic>
    </p:spTree>
  </p:cSld>
</p:sldLayout>
</file>

<file path=ppt/slideLayouts/slideLayout23.xml><?xml version="1.0" encoding="utf-8"?>
<p:sldLayout xmlns:p="http://schemas.openxmlformats.org/presentationml/2006/main" matchingName="Background 1">
  <p:cSld name="CUSTOM_9_1">
    <p:spTree>
      <p:nvGrpSpPr>
        <p:cNvPr id="1" name=""/>
        <p:cNvGrpSpPr/>
        <p:nvPr/>
      </p:nvGrpSpPr>
      <p:grpSpPr>
        <a:xfrm xmlns:a="http://schemas.openxmlformats.org/drawingml/2006/main"/>
      </p:grpSpPr>
      <p:pic>
        <p:nvPicPr>
          <p:cNvPr id="138" name="Google Shape;138;p24">
            <a:extLst xmlns:a="http://schemas.openxmlformats.org/drawingml/2006/main">
              <a:ext uri="{FF2B5EF4-FFF2-40B4-BE49-F238E27FC236}">
                <a16:creationId xmlns:a16="http://schemas.microsoft.com/office/drawing/2014/main" id="{FC437A45-539F-41E4-B0AB-9F4740B7421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fed642453b24c0d">
            <a:alphaModFix/>
          </a:blip>
          <a:srcRect xmlns:a="http://schemas.openxmlformats.org/drawingml/2006/main" l="0" t="0" r="0" b="0"/>
          <a:stretch xmlns:a="http://schemas.openxmlformats.org/drawingml/2006/main"/>
        </p:blipFill>
        <p:spPr>
          <a:xfrm xmlns:a="http://schemas.openxmlformats.org/drawingml/2006/main" flipH="1">
            <a:off x="-1" y="-1"/>
            <a:ext cx="9144003" cy="5143501"/>
          </a:xfrm>
          <a:prstGeom xmlns:a="http://schemas.openxmlformats.org/drawingml/2006/main" prst="rect">
            <a:avLst/>
          </a:prstGeom>
          <a:ln xmlns:a="http://schemas.openxmlformats.org/drawingml/2006/main">
            <a:noFill/>
          </a:ln>
        </p:spPr>
      </p:pic>
    </p:spTree>
  </p:cSld>
</p:sldLayout>
</file>

<file path=ppt/slideLayouts/slideLayout24.xml><?xml version="1.0" encoding="utf-8"?>
<p:sldLayout xmlns:p="http://schemas.openxmlformats.org/presentationml/2006/main" matchingName="Blank slide" type="blank">
  <p:cSld name="BLANK">
    <p:spTree>
      <p:nvGrpSpPr>
        <p:cNvPr id="1" name=""/>
        <p:cNvGrpSpPr/>
        <p:nvPr/>
      </p:nvGrpSpPr>
      <p:grpSpPr>
        <a:xfrm xmlns:a="http://schemas.openxmlformats.org/drawingml/2006/main"/>
      </p:grpSpPr>
    </p:spTree>
  </p:cSld>
</p:sldLayout>
</file>

<file path=ppt/slideLayouts/slideLayout25.xml><?xml version="1.0" encoding="utf-8"?>
<p:sldLayout xmlns:p="http://schemas.openxmlformats.org/presentationml/2006/main" matchingName="Title only">
  <p:cSld name="CUSTOM_2_1">
    <p:spTree>
      <p:nvGrpSpPr>
        <p:cNvPr id="1" name=""/>
        <p:cNvGrpSpPr/>
        <p:nvPr/>
      </p:nvGrpSpPr>
      <p:grpSpPr>
        <a:xfrm xmlns:a="http://schemas.openxmlformats.org/drawingml/2006/main"/>
      </p:grpSpPr>
      <p:sp>
        <p:nvSpPr>
          <p:cNvPr id="144" name="Google Shape;144;p27">
            <a:extLst xmlns:a="http://schemas.openxmlformats.org/drawingml/2006/main">
              <a:ext uri="{FF2B5EF4-FFF2-40B4-BE49-F238E27FC236}">
                <a16:creationId xmlns:a16="http://schemas.microsoft.com/office/drawing/2014/main" id="{F7775B74-2B2C-41BE-84F5-B059347D3412}"/>
              </a:ext>
            </a:extLst>
          </p:cNvPr>
          <p:cNvSpPr>
            <a:spLocks xmlns:a="http://schemas.openxmlformats.org/drawingml/2006/main" noGrp="1"/>
          </p:cNvSpPr>
          <p:nvPr/>
        </p:nvSpPr>
        <p:spPr>
          <a:xfrm xmlns:a="http://schemas.openxmlformats.org/drawingml/2006/main">
            <a:off x="-75" y="-10275"/>
            <a:ext cx="9144000" cy="11808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latin typeface="Inter"/>
              <a:ea typeface="Inter"/>
              <a:cs typeface="Inter"/>
            </a:endParaRPr>
          </a:p>
        </p:txBody>
      </p:sp>
      <p:sp>
        <p:nvSpPr>
          <p:cNvPr id="145" name="Google Shape;145;p27">
            <a:extLst xmlns:a="http://schemas.openxmlformats.org/drawingml/2006/main">
              <a:ext uri="{FF2B5EF4-FFF2-40B4-BE49-F238E27FC236}">
                <a16:creationId xmlns:a16="http://schemas.microsoft.com/office/drawing/2014/main" id="{1A50932E-EFC7-49B2-8015-B9BBCFB1BCE2}"/>
              </a:ext>
            </a:extLst>
          </p:cNvPr>
          <p:cNvSpPr>
            <a:spLocks xmlns:a="http://schemas.openxmlformats.org/drawingml/2006/main" noGrp="1"/>
          </p:cNvSpPr>
          <p:nvPr>
            <p:ph type="title" idx="0"/>
          </p:nvPr>
        </p:nvSpPr>
        <p:spPr>
          <a:xfrm xmlns:a="http://schemas.openxmlformats.org/drawingml/2006/main">
            <a:off x="713225" y="539500"/>
            <a:ext cx="7717500" cy="482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l">
              <a:spcBef>
                <a:spcPts val="0"/>
              </a:spcBef>
              <a:spcAft>
                <a:spcPts val="0"/>
              </a:spcAft>
              <a:buSzPts val="2400"/>
              <a:buFont typeface="Inter"/>
              <a:buNone/>
              <a:defRPr sz="2200" b="1"/>
            </a:lvl1pPr>
            <a:lvl2pPr algn="ctr">
              <a:spcBef>
                <a:spcPts val="0"/>
              </a:spcBef>
              <a:spcAft>
                <a:spcPts val="0"/>
              </a:spcAft>
              <a:buSzPts val="2400"/>
              <a:buFont typeface="Inter"/>
              <a:buNone/>
              <a:defRPr sz="2400" b="1">
                <a:latin typeface="Inter"/>
                <a:ea typeface="Inter"/>
                <a:cs typeface="Inter"/>
              </a:defRPr>
            </a:lvl2pPr>
            <a:lvl3pPr algn="ctr">
              <a:spcBef>
                <a:spcPts val="0"/>
              </a:spcBef>
              <a:spcAft>
                <a:spcPts val="0"/>
              </a:spcAft>
              <a:buSzPts val="2400"/>
              <a:buFont typeface="Inter"/>
              <a:buNone/>
              <a:defRPr sz="2400" b="1">
                <a:latin typeface="Inter"/>
                <a:ea typeface="Inter"/>
                <a:cs typeface="Inter"/>
              </a:defRPr>
            </a:lvl3pPr>
            <a:lvl4pPr algn="ctr">
              <a:spcBef>
                <a:spcPts val="0"/>
              </a:spcBef>
              <a:spcAft>
                <a:spcPts val="0"/>
              </a:spcAft>
              <a:buSzPts val="2400"/>
              <a:buFont typeface="Inter"/>
              <a:buNone/>
              <a:defRPr sz="2400" b="1">
                <a:latin typeface="Inter"/>
                <a:ea typeface="Inter"/>
                <a:cs typeface="Inter"/>
              </a:defRPr>
            </a:lvl4pPr>
            <a:lvl5pPr algn="ctr">
              <a:spcBef>
                <a:spcPts val="0"/>
              </a:spcBef>
              <a:spcAft>
                <a:spcPts val="0"/>
              </a:spcAft>
              <a:buSzPts val="2400"/>
              <a:buFont typeface="Inter"/>
              <a:buNone/>
              <a:defRPr sz="2400" b="1">
                <a:latin typeface="Inter"/>
                <a:ea typeface="Inter"/>
                <a:cs typeface="Inter"/>
              </a:defRPr>
            </a:lvl5pPr>
            <a:lvl6pPr algn="ctr">
              <a:spcBef>
                <a:spcPts val="0"/>
              </a:spcBef>
              <a:spcAft>
                <a:spcPts val="0"/>
              </a:spcAft>
              <a:buSzPts val="2400"/>
              <a:buFont typeface="Inter"/>
              <a:buNone/>
              <a:defRPr sz="2400" b="1">
                <a:latin typeface="Inter"/>
                <a:ea typeface="Inter"/>
                <a:cs typeface="Inter"/>
              </a:defRPr>
            </a:lvl6pPr>
            <a:lvl7pPr algn="ctr">
              <a:spcBef>
                <a:spcPts val="0"/>
              </a:spcBef>
              <a:spcAft>
                <a:spcPts val="0"/>
              </a:spcAft>
              <a:buSzPts val="2400"/>
              <a:buFont typeface="Inter"/>
              <a:buNone/>
              <a:defRPr sz="2400" b="1">
                <a:latin typeface="Inter"/>
                <a:ea typeface="Inter"/>
                <a:cs typeface="Inter"/>
              </a:defRPr>
            </a:lvl7pPr>
            <a:lvl8pPr algn="ctr">
              <a:spcBef>
                <a:spcPts val="0"/>
              </a:spcBef>
              <a:spcAft>
                <a:spcPts val="0"/>
              </a:spcAft>
              <a:buSzPts val="2400"/>
              <a:buFont typeface="Inter"/>
              <a:buNone/>
              <a:defRPr sz="2400" b="1">
                <a:latin typeface="Inter"/>
                <a:ea typeface="Inter"/>
                <a:cs typeface="Inter"/>
              </a:defRPr>
            </a:lvl8pPr>
            <a:lvl9pPr algn="ctr">
              <a:spcBef>
                <a:spcPts val="0"/>
              </a:spcBef>
              <a:spcAft>
                <a:spcPts val="0"/>
              </a:spcAft>
              <a:buSzPts val="2400"/>
              <a:buFont typeface="Inter"/>
              <a:buNone/>
              <a:defRPr sz="2400" b="1">
                <a:latin typeface="Inter"/>
                <a:ea typeface="Inter"/>
                <a:cs typeface="Inter"/>
              </a:defRPr>
            </a:lvl9pPr>
          </a:lstStyle>
          <a:p xmlns:a="http://schemas.openxmlformats.org/drawingml/2006/main"/>
        </p:txBody>
      </p:sp>
    </p:spTree>
  </p:cSld>
</p:sldLayout>
</file>

<file path=ppt/slideLayouts/slideLayout26.xml><?xml version="1.0" encoding="utf-8"?>
<p:sldLayout xmlns:p="http://schemas.openxmlformats.org/presentationml/2006/main" matchingName="Title and two columns">
  <p:cSld name="CUSTOM_2_1_1">
    <p:spTree>
      <p:nvGrpSpPr>
        <p:cNvPr id="1" name=""/>
        <p:cNvGrpSpPr/>
        <p:nvPr/>
      </p:nvGrpSpPr>
      <p:grpSpPr>
        <a:xfrm xmlns:a="http://schemas.openxmlformats.org/drawingml/2006/main"/>
      </p:grpSpPr>
      <p:sp>
        <p:nvSpPr>
          <p:cNvPr id="147" name="Google Shape;147;p28">
            <a:extLst xmlns:a="http://schemas.openxmlformats.org/drawingml/2006/main">
              <a:ext uri="{FF2B5EF4-FFF2-40B4-BE49-F238E27FC236}">
                <a16:creationId xmlns:a16="http://schemas.microsoft.com/office/drawing/2014/main" id="{CB645B76-5F9D-4986-92DB-C9928A0DF105}"/>
              </a:ext>
            </a:extLst>
          </p:cNvPr>
          <p:cNvSpPr>
            <a:spLocks xmlns:a="http://schemas.openxmlformats.org/drawingml/2006/main" noGrp="1"/>
          </p:cNvSpPr>
          <p:nvPr/>
        </p:nvSpPr>
        <p:spPr>
          <a:xfrm xmlns:a="http://schemas.openxmlformats.org/drawingml/2006/main">
            <a:off x="-75" y="-10275"/>
            <a:ext cx="9144000" cy="11808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latin typeface="Inter"/>
              <a:ea typeface="Inter"/>
              <a:cs typeface="Inter"/>
            </a:endParaRPr>
          </a:p>
        </p:txBody>
      </p:sp>
      <p:sp>
        <p:nvSpPr>
          <p:cNvPr id="148" name="Google Shape;148;p28">
            <a:extLst xmlns:a="http://schemas.openxmlformats.org/drawingml/2006/main">
              <a:ext uri="{FF2B5EF4-FFF2-40B4-BE49-F238E27FC236}">
                <a16:creationId xmlns:a16="http://schemas.microsoft.com/office/drawing/2014/main" id="{9A5F5F18-7A76-461A-A1C1-EEDE1BEF8B96}"/>
              </a:ext>
            </a:extLst>
          </p:cNvPr>
          <p:cNvSpPr>
            <a:spLocks xmlns:a="http://schemas.openxmlformats.org/drawingml/2006/main" noGrp="1"/>
          </p:cNvSpPr>
          <p:nvPr>
            <p:ph type="title" idx="0"/>
          </p:nvPr>
        </p:nvSpPr>
        <p:spPr>
          <a:xfrm xmlns:a="http://schemas.openxmlformats.org/drawingml/2006/main">
            <a:off x="728527" y="539500"/>
            <a:ext cx="3347700" cy="482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l">
              <a:spcBef>
                <a:spcPts val="0"/>
              </a:spcBef>
              <a:spcAft>
                <a:spcPts val="0"/>
              </a:spcAft>
              <a:buSzPts val="2400"/>
              <a:buFont typeface="Inter"/>
              <a:buNone/>
              <a:defRPr sz="2200" b="1">
                <a:latin typeface="Inter"/>
                <a:ea typeface="Inter"/>
                <a:cs typeface="Inter"/>
              </a:defRPr>
            </a:lvl1pPr>
            <a:lvl2pPr algn="ctr">
              <a:spcBef>
                <a:spcPts val="0"/>
              </a:spcBef>
              <a:spcAft>
                <a:spcPts val="0"/>
              </a:spcAft>
              <a:buSzPts val="2400"/>
              <a:buFont typeface="Inter"/>
              <a:buNone/>
              <a:defRPr sz="2400" b="1">
                <a:latin typeface="Inter"/>
                <a:ea typeface="Inter"/>
                <a:cs typeface="Inter"/>
              </a:defRPr>
            </a:lvl2pPr>
            <a:lvl3pPr algn="ctr">
              <a:spcBef>
                <a:spcPts val="0"/>
              </a:spcBef>
              <a:spcAft>
                <a:spcPts val="0"/>
              </a:spcAft>
              <a:buSzPts val="2400"/>
              <a:buFont typeface="Inter"/>
              <a:buNone/>
              <a:defRPr sz="2400" b="1">
                <a:latin typeface="Inter"/>
                <a:ea typeface="Inter"/>
                <a:cs typeface="Inter"/>
              </a:defRPr>
            </a:lvl3pPr>
            <a:lvl4pPr algn="ctr">
              <a:spcBef>
                <a:spcPts val="0"/>
              </a:spcBef>
              <a:spcAft>
                <a:spcPts val="0"/>
              </a:spcAft>
              <a:buSzPts val="2400"/>
              <a:buFont typeface="Inter"/>
              <a:buNone/>
              <a:defRPr sz="2400" b="1">
                <a:latin typeface="Inter"/>
                <a:ea typeface="Inter"/>
                <a:cs typeface="Inter"/>
              </a:defRPr>
            </a:lvl4pPr>
            <a:lvl5pPr algn="ctr">
              <a:spcBef>
                <a:spcPts val="0"/>
              </a:spcBef>
              <a:spcAft>
                <a:spcPts val="0"/>
              </a:spcAft>
              <a:buSzPts val="2400"/>
              <a:buFont typeface="Inter"/>
              <a:buNone/>
              <a:defRPr sz="2400" b="1">
                <a:latin typeface="Inter"/>
                <a:ea typeface="Inter"/>
                <a:cs typeface="Inter"/>
              </a:defRPr>
            </a:lvl5pPr>
            <a:lvl6pPr algn="ctr">
              <a:spcBef>
                <a:spcPts val="0"/>
              </a:spcBef>
              <a:spcAft>
                <a:spcPts val="0"/>
              </a:spcAft>
              <a:buSzPts val="2400"/>
              <a:buFont typeface="Inter"/>
              <a:buNone/>
              <a:defRPr sz="2400" b="1">
                <a:latin typeface="Inter"/>
                <a:ea typeface="Inter"/>
                <a:cs typeface="Inter"/>
              </a:defRPr>
            </a:lvl6pPr>
            <a:lvl7pPr algn="ctr">
              <a:spcBef>
                <a:spcPts val="0"/>
              </a:spcBef>
              <a:spcAft>
                <a:spcPts val="0"/>
              </a:spcAft>
              <a:buSzPts val="2400"/>
              <a:buFont typeface="Inter"/>
              <a:buNone/>
              <a:defRPr sz="2400" b="1">
                <a:latin typeface="Inter"/>
                <a:ea typeface="Inter"/>
                <a:cs typeface="Inter"/>
              </a:defRPr>
            </a:lvl7pPr>
            <a:lvl8pPr algn="ctr">
              <a:spcBef>
                <a:spcPts val="0"/>
              </a:spcBef>
              <a:spcAft>
                <a:spcPts val="0"/>
              </a:spcAft>
              <a:buSzPts val="2400"/>
              <a:buFont typeface="Inter"/>
              <a:buNone/>
              <a:defRPr sz="2400" b="1">
                <a:latin typeface="Inter"/>
                <a:ea typeface="Inter"/>
                <a:cs typeface="Inter"/>
              </a:defRPr>
            </a:lvl8pPr>
            <a:lvl9pPr algn="ctr">
              <a:spcBef>
                <a:spcPts val="0"/>
              </a:spcBef>
              <a:spcAft>
                <a:spcPts val="0"/>
              </a:spcAft>
              <a:buSzPts val="2400"/>
              <a:buFont typeface="Inter"/>
              <a:buNone/>
              <a:defRPr sz="2400" b="1">
                <a:latin typeface="Inter"/>
                <a:ea typeface="Inter"/>
                <a:cs typeface="Inter"/>
              </a:defRPr>
            </a:lvl9pPr>
          </a:lstStyle>
          <a:p xmlns:a="http://schemas.openxmlformats.org/drawingml/2006/main"/>
        </p:txBody>
      </p:sp>
      <p:sp>
        <p:nvSpPr>
          <p:cNvPr id="149" name="Google Shape;149;p28">
            <a:extLst xmlns:a="http://schemas.openxmlformats.org/drawingml/2006/main">
              <a:ext uri="{FF2B5EF4-FFF2-40B4-BE49-F238E27FC236}">
                <a16:creationId xmlns:a16="http://schemas.microsoft.com/office/drawing/2014/main" id="{BA1A9CBA-541D-4C42-B95C-172908FAE87A}"/>
              </a:ext>
            </a:extLst>
          </p:cNvPr>
          <p:cNvSpPr>
            <a:spLocks xmlns:a="http://schemas.openxmlformats.org/drawingml/2006/main" noGrp="1"/>
          </p:cNvSpPr>
          <p:nvPr>
            <p:ph type="title" idx="2"/>
          </p:nvPr>
        </p:nvSpPr>
        <p:spPr>
          <a:xfrm xmlns:a="http://schemas.openxmlformats.org/drawingml/2006/main">
            <a:off x="4977550" y="539500"/>
            <a:ext cx="3458400" cy="482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l">
              <a:spcBef>
                <a:spcPts val="0"/>
              </a:spcBef>
              <a:spcAft>
                <a:spcPts val="0"/>
              </a:spcAft>
              <a:buSzPts val="2400"/>
              <a:buFont typeface="Inter"/>
              <a:buNone/>
              <a:defRPr sz="2200" b="1">
                <a:latin typeface="Inter"/>
                <a:ea typeface="Inter"/>
                <a:cs typeface="Inter"/>
              </a:defRPr>
            </a:lvl1pPr>
            <a:lvl2pPr algn="ctr">
              <a:spcBef>
                <a:spcPts val="0"/>
              </a:spcBef>
              <a:spcAft>
                <a:spcPts val="0"/>
              </a:spcAft>
              <a:buSzPts val="2400"/>
              <a:buFont typeface="Inter"/>
              <a:buNone/>
              <a:defRPr sz="2400" b="1">
                <a:latin typeface="Inter"/>
                <a:ea typeface="Inter"/>
                <a:cs typeface="Inter"/>
              </a:defRPr>
            </a:lvl2pPr>
            <a:lvl3pPr algn="ctr">
              <a:spcBef>
                <a:spcPts val="0"/>
              </a:spcBef>
              <a:spcAft>
                <a:spcPts val="0"/>
              </a:spcAft>
              <a:buSzPts val="2400"/>
              <a:buFont typeface="Inter"/>
              <a:buNone/>
              <a:defRPr sz="2400" b="1">
                <a:latin typeface="Inter"/>
                <a:ea typeface="Inter"/>
                <a:cs typeface="Inter"/>
              </a:defRPr>
            </a:lvl3pPr>
            <a:lvl4pPr algn="ctr">
              <a:spcBef>
                <a:spcPts val="0"/>
              </a:spcBef>
              <a:spcAft>
                <a:spcPts val="0"/>
              </a:spcAft>
              <a:buSzPts val="2400"/>
              <a:buFont typeface="Inter"/>
              <a:buNone/>
              <a:defRPr sz="2400" b="1">
                <a:latin typeface="Inter"/>
                <a:ea typeface="Inter"/>
                <a:cs typeface="Inter"/>
              </a:defRPr>
            </a:lvl4pPr>
            <a:lvl5pPr algn="ctr">
              <a:spcBef>
                <a:spcPts val="0"/>
              </a:spcBef>
              <a:spcAft>
                <a:spcPts val="0"/>
              </a:spcAft>
              <a:buSzPts val="2400"/>
              <a:buFont typeface="Inter"/>
              <a:buNone/>
              <a:defRPr sz="2400" b="1">
                <a:latin typeface="Inter"/>
                <a:ea typeface="Inter"/>
                <a:cs typeface="Inter"/>
              </a:defRPr>
            </a:lvl5pPr>
            <a:lvl6pPr algn="ctr">
              <a:spcBef>
                <a:spcPts val="0"/>
              </a:spcBef>
              <a:spcAft>
                <a:spcPts val="0"/>
              </a:spcAft>
              <a:buSzPts val="2400"/>
              <a:buFont typeface="Inter"/>
              <a:buNone/>
              <a:defRPr sz="2400" b="1">
                <a:latin typeface="Inter"/>
                <a:ea typeface="Inter"/>
                <a:cs typeface="Inter"/>
              </a:defRPr>
            </a:lvl6pPr>
            <a:lvl7pPr algn="ctr">
              <a:spcBef>
                <a:spcPts val="0"/>
              </a:spcBef>
              <a:spcAft>
                <a:spcPts val="0"/>
              </a:spcAft>
              <a:buSzPts val="2400"/>
              <a:buFont typeface="Inter"/>
              <a:buNone/>
              <a:defRPr sz="2400" b="1">
                <a:latin typeface="Inter"/>
                <a:ea typeface="Inter"/>
                <a:cs typeface="Inter"/>
              </a:defRPr>
            </a:lvl7pPr>
            <a:lvl8pPr algn="ctr">
              <a:spcBef>
                <a:spcPts val="0"/>
              </a:spcBef>
              <a:spcAft>
                <a:spcPts val="0"/>
              </a:spcAft>
              <a:buSzPts val="2400"/>
              <a:buFont typeface="Inter"/>
              <a:buNone/>
              <a:defRPr sz="2400" b="1">
                <a:latin typeface="Inter"/>
                <a:ea typeface="Inter"/>
                <a:cs typeface="Inter"/>
              </a:defRPr>
            </a:lvl8pPr>
            <a:lvl9pPr algn="ctr">
              <a:spcBef>
                <a:spcPts val="0"/>
              </a:spcBef>
              <a:spcAft>
                <a:spcPts val="0"/>
              </a:spcAft>
              <a:buSzPts val="2400"/>
              <a:buFont typeface="Inter"/>
              <a:buNone/>
              <a:defRPr sz="2400" b="1">
                <a:latin typeface="Inter"/>
                <a:ea typeface="Inter"/>
                <a:cs typeface="Inter"/>
              </a:defRPr>
            </a:lvl9pPr>
          </a:lstStyle>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3c46fca4ef848cc" /><Relationship Type="http://schemas.openxmlformats.org/officeDocument/2006/relationships/slideLayout" Target="/ppt/slideLayouts/slideLayout1.xml" Id="R661be250febf490b" /><Relationship Type="http://schemas.openxmlformats.org/officeDocument/2006/relationships/slideLayout" Target="/ppt/slideLayouts/slideLayout2.xml" Id="R57f80a00a9c548e3" /><Relationship Type="http://schemas.openxmlformats.org/officeDocument/2006/relationships/slideLayout" Target="/ppt/slideLayouts/slideLayout3.xml" Id="R2af6d2cff2a74a41" /><Relationship Type="http://schemas.openxmlformats.org/officeDocument/2006/relationships/slideLayout" Target="/ppt/slideLayouts/slideLayout4.xml" Id="Rbd0a74abb98945b6" /><Relationship Type="http://schemas.openxmlformats.org/officeDocument/2006/relationships/slideLayout" Target="/ppt/slideLayouts/slideLayout5.xml" Id="Rfb584745dcd3478b" /><Relationship Type="http://schemas.openxmlformats.org/officeDocument/2006/relationships/slideLayout" Target="/ppt/slideLayouts/slideLayout6.xml" Id="R9e9f72611e3c4684" /><Relationship Type="http://schemas.openxmlformats.org/officeDocument/2006/relationships/slideLayout" Target="/ppt/slideLayouts/slideLayout7.xml" Id="R5e2cab66573f45fa" /><Relationship Type="http://schemas.openxmlformats.org/officeDocument/2006/relationships/slideLayout" Target="/ppt/slideLayouts/slideLayout8.xml" Id="Ra87c55ae383d4301" /><Relationship Type="http://schemas.openxmlformats.org/officeDocument/2006/relationships/slideLayout" Target="/ppt/slideLayouts/slideLayout9.xml" Id="R4df2c7a8c0d540d8" /><Relationship Type="http://schemas.openxmlformats.org/officeDocument/2006/relationships/slideLayout" Target="/ppt/slideLayouts/slideLayout10.xml" Id="R82e0856e6f6a412b" /><Relationship Type="http://schemas.openxmlformats.org/officeDocument/2006/relationships/slideLayout" Target="/ppt/slideLayouts/slideLayout11.xml" Id="R34e4ec7332724606" /><Relationship Type="http://schemas.openxmlformats.org/officeDocument/2006/relationships/slideLayout" Target="/ppt/slideLayouts/slideLayout12.xml" Id="Rd46579b6e3484c34" /><Relationship Type="http://schemas.openxmlformats.org/officeDocument/2006/relationships/slideLayout" Target="/ppt/slideLayouts/slideLayout13.xml" Id="R06c183209f264e5a" /><Relationship Type="http://schemas.openxmlformats.org/officeDocument/2006/relationships/slideLayout" Target="/ppt/slideLayouts/slideLayout14.xml" Id="R817133f024434ecd" /><Relationship Type="http://schemas.openxmlformats.org/officeDocument/2006/relationships/slideLayout" Target="/ppt/slideLayouts/slideLayout15.xml" Id="R9b367d97be324c73" /><Relationship Type="http://schemas.openxmlformats.org/officeDocument/2006/relationships/slideLayout" Target="/ppt/slideLayouts/slideLayout16.xml" Id="R08e9ee2aba7a4116" /><Relationship Type="http://schemas.openxmlformats.org/officeDocument/2006/relationships/slideLayout" Target="/ppt/slideLayouts/slideLayout17.xml" Id="Rb798ef4cfb944a5f" /><Relationship Type="http://schemas.openxmlformats.org/officeDocument/2006/relationships/slideLayout" Target="/ppt/slideLayouts/slideLayout18.xml" Id="Rf3511a4f7ded4e49" /><Relationship Type="http://schemas.openxmlformats.org/officeDocument/2006/relationships/slideLayout" Target="/ppt/slideLayouts/slideLayout19.xml" Id="Rd4debf37f62a4a27" /><Relationship Type="http://schemas.openxmlformats.org/officeDocument/2006/relationships/slideLayout" Target="/ppt/slideLayouts/slideLayout20.xml" Id="R1258dbcec7d14a9a" /><Relationship Type="http://schemas.openxmlformats.org/officeDocument/2006/relationships/slideLayout" Target="/ppt/slideLayouts/slideLayout21.xml" Id="R067aaab42c714e41" /><Relationship Type="http://schemas.openxmlformats.org/officeDocument/2006/relationships/slideLayout" Target="/ppt/slideLayouts/slideLayout22.xml" Id="R8810fba451c140c7" /><Relationship Type="http://schemas.openxmlformats.org/officeDocument/2006/relationships/slideLayout" Target="/ppt/slideLayouts/slideLayout23.xml" Id="R451ddd8354434944"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6ae46451714c40e0" /><Relationship Type="http://schemas.openxmlformats.org/officeDocument/2006/relationships/slideLayout" Target="/ppt/slideLayouts/slideLayout24.xml" Id="Rfb54fa12b1d34d54" /><Relationship Type="http://schemas.openxmlformats.org/officeDocument/2006/relationships/slideLayout" Target="/ppt/slideLayouts/slideLayout25.xml" Id="R34ef38ecebef4f08" /><Relationship Type="http://schemas.openxmlformats.org/officeDocument/2006/relationships/slideLayout" Target="/ppt/slideLayouts/slideLayout26.xml" Id="R2d66a22ba8574e67"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DA678963-D445-4A46-9445-A685F0CC1A21}"/>
              </a:ext>
            </a:extLst>
          </p:cNvPr>
          <p:cNvSpPr>
            <a:spLocks xmlns:a="http://schemas.openxmlformats.org/drawingml/2006/main" noGrp="1"/>
          </p:cNvSpPr>
          <p:nvPr>
            <p:ph type="title" idx="0"/>
          </p:nvPr>
        </p:nvSpPr>
        <p:spPr>
          <a:xfrm xmlns:a="http://schemas.openxmlformats.org/drawingml/2006/main">
            <a:off x="713225" y="445025"/>
            <a:ext cx="77175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Clr>
                <a:schemeClr val="dk1"/>
              </a:buClr>
              <a:buSzPts val="2600"/>
              <a:buFont typeface="Hubot Sans Medium"/>
              <a:buNone/>
              <a:defRPr sz="2600">
                <a:solidFill>
                  <a:schemeClr val="dk1"/>
                </a:solidFill>
                <a:latin typeface="Hubot Sans Medium"/>
                <a:ea typeface="Hubot Sans Medium"/>
                <a:cs typeface="Hubot Sans Medium"/>
              </a:defRPr>
            </a:lvl1pPr>
            <a:lvl2pPr>
              <a:spcBef>
                <a:spcPts val="0"/>
              </a:spcBef>
              <a:spcAft>
                <a:spcPts val="0"/>
              </a:spcAft>
              <a:buClr>
                <a:schemeClr val="dk1"/>
              </a:buClr>
              <a:buSzPts val="2600"/>
              <a:buFont typeface="Hubot Sans Medium"/>
              <a:buNone/>
              <a:defRPr sz="2600">
                <a:solidFill>
                  <a:schemeClr val="dk1"/>
                </a:solidFill>
                <a:latin typeface="Hubot Sans Medium"/>
                <a:ea typeface="Hubot Sans Medium"/>
                <a:cs typeface="Hubot Sans Medium"/>
              </a:defRPr>
            </a:lvl2pPr>
            <a:lvl3pPr>
              <a:spcBef>
                <a:spcPts val="0"/>
              </a:spcBef>
              <a:spcAft>
                <a:spcPts val="0"/>
              </a:spcAft>
              <a:buClr>
                <a:schemeClr val="dk1"/>
              </a:buClr>
              <a:buSzPts val="2600"/>
              <a:buFont typeface="Hubot Sans Medium"/>
              <a:buNone/>
              <a:defRPr sz="2600">
                <a:solidFill>
                  <a:schemeClr val="dk1"/>
                </a:solidFill>
                <a:latin typeface="Hubot Sans Medium"/>
                <a:ea typeface="Hubot Sans Medium"/>
                <a:cs typeface="Hubot Sans Medium"/>
              </a:defRPr>
            </a:lvl3pPr>
            <a:lvl4pPr>
              <a:spcBef>
                <a:spcPts val="0"/>
              </a:spcBef>
              <a:spcAft>
                <a:spcPts val="0"/>
              </a:spcAft>
              <a:buClr>
                <a:schemeClr val="dk1"/>
              </a:buClr>
              <a:buSzPts val="2600"/>
              <a:buFont typeface="Hubot Sans Medium"/>
              <a:buNone/>
              <a:defRPr sz="2600">
                <a:solidFill>
                  <a:schemeClr val="dk1"/>
                </a:solidFill>
                <a:latin typeface="Hubot Sans Medium"/>
                <a:ea typeface="Hubot Sans Medium"/>
                <a:cs typeface="Hubot Sans Medium"/>
              </a:defRPr>
            </a:lvl4pPr>
            <a:lvl5pPr>
              <a:spcBef>
                <a:spcPts val="0"/>
              </a:spcBef>
              <a:spcAft>
                <a:spcPts val="0"/>
              </a:spcAft>
              <a:buClr>
                <a:schemeClr val="dk1"/>
              </a:buClr>
              <a:buSzPts val="2600"/>
              <a:buFont typeface="Hubot Sans Medium"/>
              <a:buNone/>
              <a:defRPr sz="2600">
                <a:solidFill>
                  <a:schemeClr val="dk1"/>
                </a:solidFill>
                <a:latin typeface="Hubot Sans Medium"/>
                <a:ea typeface="Hubot Sans Medium"/>
                <a:cs typeface="Hubot Sans Medium"/>
              </a:defRPr>
            </a:lvl5pPr>
            <a:lvl6pPr>
              <a:spcBef>
                <a:spcPts val="0"/>
              </a:spcBef>
              <a:spcAft>
                <a:spcPts val="0"/>
              </a:spcAft>
              <a:buClr>
                <a:schemeClr val="dk1"/>
              </a:buClr>
              <a:buSzPts val="2600"/>
              <a:buFont typeface="Hubot Sans Medium"/>
              <a:buNone/>
              <a:defRPr sz="2600">
                <a:solidFill>
                  <a:schemeClr val="dk1"/>
                </a:solidFill>
                <a:latin typeface="Hubot Sans Medium"/>
                <a:ea typeface="Hubot Sans Medium"/>
                <a:cs typeface="Hubot Sans Medium"/>
              </a:defRPr>
            </a:lvl6pPr>
            <a:lvl7pPr>
              <a:spcBef>
                <a:spcPts val="0"/>
              </a:spcBef>
              <a:spcAft>
                <a:spcPts val="0"/>
              </a:spcAft>
              <a:buClr>
                <a:schemeClr val="dk1"/>
              </a:buClr>
              <a:buSzPts val="2600"/>
              <a:buFont typeface="Hubot Sans Medium"/>
              <a:buNone/>
              <a:defRPr sz="2600">
                <a:solidFill>
                  <a:schemeClr val="dk1"/>
                </a:solidFill>
                <a:latin typeface="Hubot Sans Medium"/>
                <a:ea typeface="Hubot Sans Medium"/>
                <a:cs typeface="Hubot Sans Medium"/>
              </a:defRPr>
            </a:lvl7pPr>
            <a:lvl8pPr>
              <a:spcBef>
                <a:spcPts val="0"/>
              </a:spcBef>
              <a:spcAft>
                <a:spcPts val="0"/>
              </a:spcAft>
              <a:buClr>
                <a:schemeClr val="dk1"/>
              </a:buClr>
              <a:buSzPts val="2600"/>
              <a:buFont typeface="Hubot Sans Medium"/>
              <a:buNone/>
              <a:defRPr sz="2600">
                <a:solidFill>
                  <a:schemeClr val="dk1"/>
                </a:solidFill>
                <a:latin typeface="Hubot Sans Medium"/>
                <a:ea typeface="Hubot Sans Medium"/>
                <a:cs typeface="Hubot Sans Medium"/>
              </a:defRPr>
            </a:lvl8pPr>
            <a:lvl9pPr>
              <a:spcBef>
                <a:spcPts val="0"/>
              </a:spcBef>
              <a:spcAft>
                <a:spcPts val="0"/>
              </a:spcAft>
              <a:buClr>
                <a:schemeClr val="dk1"/>
              </a:buClr>
              <a:buSzPts val="2600"/>
              <a:buFont typeface="Hubot Sans Medium"/>
              <a:buNone/>
              <a:defRPr sz="2600">
                <a:solidFill>
                  <a:schemeClr val="dk1"/>
                </a:solidFill>
                <a:latin typeface="Hubot Sans Medium"/>
                <a:ea typeface="Hubot Sans Medium"/>
                <a:cs typeface="Hubot Sans Medium"/>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E69C931D-6607-4E9B-8403-14E64BBD976A}"/>
              </a:ext>
            </a:extLst>
          </p:cNvPr>
          <p:cNvSpPr>
            <a:spLocks xmlns:a="http://schemas.openxmlformats.org/drawingml/2006/main" noGrp="1"/>
          </p:cNvSpPr>
          <p:nvPr>
            <p:ph type="body" idx="1"/>
          </p:nvPr>
        </p:nvSpPr>
        <p:spPr>
          <a:xfrm xmlns:a="http://schemas.openxmlformats.org/drawingml/2006/main">
            <a:off x="713225" y="1152475"/>
            <a:ext cx="77175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04800">
              <a:lnSpc>
                <a:spcPct val="100000"/>
              </a:lnSpc>
              <a:spcBef>
                <a:spcPts val="0"/>
              </a:spcBef>
              <a:spcAft>
                <a:spcPts val="0"/>
              </a:spcAft>
              <a:buClr>
                <a:schemeClr val="dk1"/>
              </a:buClr>
              <a:buSzPts val="1200"/>
              <a:buFont typeface="Work Sans"/>
              <a:buChar char="●"/>
              <a:defRPr sz="1200">
                <a:solidFill>
                  <a:schemeClr val="dk1"/>
                </a:solidFill>
                <a:latin typeface="Work Sans"/>
                <a:ea typeface="Work Sans"/>
                <a:cs typeface="Work Sans"/>
              </a:defRPr>
            </a:lvl1pPr>
            <a:lvl2pPr marL="914400" indent="-304800">
              <a:lnSpc>
                <a:spcPct val="100000"/>
              </a:lnSpc>
              <a:spcBef>
                <a:spcPts val="0"/>
              </a:spcBef>
              <a:spcAft>
                <a:spcPts val="0"/>
              </a:spcAft>
              <a:buClr>
                <a:schemeClr val="dk1"/>
              </a:buClr>
              <a:buSzPts val="1200"/>
              <a:buFont typeface="Work Sans"/>
              <a:buChar char="○"/>
              <a:defRPr sz="1200">
                <a:solidFill>
                  <a:schemeClr val="dk1"/>
                </a:solidFill>
                <a:latin typeface="Work Sans"/>
                <a:ea typeface="Work Sans"/>
                <a:cs typeface="Work Sans"/>
              </a:defRPr>
            </a:lvl2pPr>
            <a:lvl3pPr marL="1371600" indent="-304800">
              <a:lnSpc>
                <a:spcPct val="100000"/>
              </a:lnSpc>
              <a:spcBef>
                <a:spcPts val="0"/>
              </a:spcBef>
              <a:spcAft>
                <a:spcPts val="0"/>
              </a:spcAft>
              <a:buClr>
                <a:schemeClr val="dk1"/>
              </a:buClr>
              <a:buSzPts val="1200"/>
              <a:buFont typeface="Work Sans"/>
              <a:buChar char="■"/>
              <a:defRPr sz="1200">
                <a:solidFill>
                  <a:schemeClr val="dk1"/>
                </a:solidFill>
                <a:latin typeface="Work Sans"/>
                <a:ea typeface="Work Sans"/>
                <a:cs typeface="Work Sans"/>
              </a:defRPr>
            </a:lvl3pPr>
            <a:lvl4pPr marL="1828800" indent="-304800">
              <a:lnSpc>
                <a:spcPct val="100000"/>
              </a:lnSpc>
              <a:spcBef>
                <a:spcPts val="0"/>
              </a:spcBef>
              <a:spcAft>
                <a:spcPts val="0"/>
              </a:spcAft>
              <a:buClr>
                <a:schemeClr val="dk1"/>
              </a:buClr>
              <a:buSzPts val="1200"/>
              <a:buFont typeface="Work Sans"/>
              <a:buChar char="●"/>
              <a:defRPr sz="1200">
                <a:solidFill>
                  <a:schemeClr val="dk1"/>
                </a:solidFill>
                <a:latin typeface="Work Sans"/>
                <a:ea typeface="Work Sans"/>
                <a:cs typeface="Work Sans"/>
              </a:defRPr>
            </a:lvl4pPr>
            <a:lvl5pPr marL="2286000" indent="-304800">
              <a:lnSpc>
                <a:spcPct val="100000"/>
              </a:lnSpc>
              <a:spcBef>
                <a:spcPts val="0"/>
              </a:spcBef>
              <a:spcAft>
                <a:spcPts val="0"/>
              </a:spcAft>
              <a:buClr>
                <a:schemeClr val="dk1"/>
              </a:buClr>
              <a:buSzPts val="1200"/>
              <a:buFont typeface="Work Sans"/>
              <a:buChar char="○"/>
              <a:defRPr sz="1200">
                <a:solidFill>
                  <a:schemeClr val="dk1"/>
                </a:solidFill>
                <a:latin typeface="Work Sans"/>
                <a:ea typeface="Work Sans"/>
                <a:cs typeface="Work Sans"/>
              </a:defRPr>
            </a:lvl5pPr>
            <a:lvl6pPr marL="2743200" indent="-304800">
              <a:lnSpc>
                <a:spcPct val="100000"/>
              </a:lnSpc>
              <a:spcBef>
                <a:spcPts val="0"/>
              </a:spcBef>
              <a:spcAft>
                <a:spcPts val="0"/>
              </a:spcAft>
              <a:buClr>
                <a:schemeClr val="dk1"/>
              </a:buClr>
              <a:buSzPts val="1200"/>
              <a:buFont typeface="Work Sans"/>
              <a:buChar char="■"/>
              <a:defRPr sz="1200">
                <a:solidFill>
                  <a:schemeClr val="dk1"/>
                </a:solidFill>
                <a:latin typeface="Work Sans"/>
                <a:ea typeface="Work Sans"/>
                <a:cs typeface="Work Sans"/>
              </a:defRPr>
            </a:lvl6pPr>
            <a:lvl7pPr marL="3200400" indent="-304800">
              <a:lnSpc>
                <a:spcPct val="100000"/>
              </a:lnSpc>
              <a:spcBef>
                <a:spcPts val="0"/>
              </a:spcBef>
              <a:spcAft>
                <a:spcPts val="0"/>
              </a:spcAft>
              <a:buClr>
                <a:schemeClr val="dk1"/>
              </a:buClr>
              <a:buSzPts val="1200"/>
              <a:buFont typeface="Work Sans"/>
              <a:buChar char="●"/>
              <a:defRPr sz="1200">
                <a:solidFill>
                  <a:schemeClr val="dk1"/>
                </a:solidFill>
                <a:latin typeface="Work Sans"/>
                <a:ea typeface="Work Sans"/>
                <a:cs typeface="Work Sans"/>
              </a:defRPr>
            </a:lvl7pPr>
            <a:lvl8pPr marL="3657600" indent="-304800">
              <a:lnSpc>
                <a:spcPct val="100000"/>
              </a:lnSpc>
              <a:spcBef>
                <a:spcPts val="0"/>
              </a:spcBef>
              <a:spcAft>
                <a:spcPts val="0"/>
              </a:spcAft>
              <a:buClr>
                <a:schemeClr val="dk1"/>
              </a:buClr>
              <a:buSzPts val="1200"/>
              <a:buFont typeface="Work Sans"/>
              <a:buChar char="○"/>
              <a:defRPr sz="1200">
                <a:solidFill>
                  <a:schemeClr val="dk1"/>
                </a:solidFill>
                <a:latin typeface="Work Sans"/>
                <a:ea typeface="Work Sans"/>
                <a:cs typeface="Work Sans"/>
              </a:defRPr>
            </a:lvl8pPr>
            <a:lvl9pPr marL="4114800" indent="-304800">
              <a:lnSpc>
                <a:spcPct val="100000"/>
              </a:lnSpc>
              <a:spcBef>
                <a:spcPts val="0"/>
              </a:spcBef>
              <a:spcAft>
                <a:spcPts val="0"/>
              </a:spcAft>
              <a:buClr>
                <a:schemeClr val="dk1"/>
              </a:buClr>
              <a:buSzPts val="1200"/>
              <a:buFont typeface="Work Sans"/>
              <a:buChar char="■"/>
              <a:defRPr sz="1200">
                <a:solidFill>
                  <a:schemeClr val="dk1"/>
                </a:solidFill>
                <a:latin typeface="Work Sans"/>
                <a:ea typeface="Work Sans"/>
                <a:cs typeface="Work Sans"/>
              </a:defRPr>
            </a:lvl9pPr>
          </a:lstStyle>
          <a:p xmlns:a="http://schemas.openxmlformats.org/drawingml/2006/main"/>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661be250febf490b"/>
    <p:sldLayoutId xmlns:r="http://schemas.openxmlformats.org/officeDocument/2006/relationships" id="2147483650" r:id="R57f80a00a9c548e3"/>
    <p:sldLayoutId xmlns:r="http://schemas.openxmlformats.org/officeDocument/2006/relationships" id="2147483651" r:id="R2af6d2cff2a74a41"/>
    <p:sldLayoutId xmlns:r="http://schemas.openxmlformats.org/officeDocument/2006/relationships" id="2147483652" r:id="Rbd0a74abb98945b6"/>
    <p:sldLayoutId xmlns:r="http://schemas.openxmlformats.org/officeDocument/2006/relationships" id="2147483653" r:id="Rfb584745dcd3478b"/>
    <p:sldLayoutId xmlns:r="http://schemas.openxmlformats.org/officeDocument/2006/relationships" id="2147483654" r:id="R9e9f72611e3c4684"/>
    <p:sldLayoutId xmlns:r="http://schemas.openxmlformats.org/officeDocument/2006/relationships" id="2147483655" r:id="R5e2cab66573f45fa"/>
    <p:sldLayoutId xmlns:r="http://schemas.openxmlformats.org/officeDocument/2006/relationships" id="2147483656" r:id="Ra87c55ae383d4301"/>
    <p:sldLayoutId xmlns:r="http://schemas.openxmlformats.org/officeDocument/2006/relationships" id="2147483657" r:id="R4df2c7a8c0d540d8"/>
    <p:sldLayoutId xmlns:r="http://schemas.openxmlformats.org/officeDocument/2006/relationships" id="2147483658" r:id="R82e0856e6f6a412b"/>
    <p:sldLayoutId xmlns:r="http://schemas.openxmlformats.org/officeDocument/2006/relationships" id="2147483659" r:id="R34e4ec7332724606"/>
    <p:sldLayoutId xmlns:r="http://schemas.openxmlformats.org/officeDocument/2006/relationships" id="2147483660" r:id="Rd46579b6e3484c34"/>
    <p:sldLayoutId xmlns:r="http://schemas.openxmlformats.org/officeDocument/2006/relationships" id="2147483661" r:id="R06c183209f264e5a"/>
    <p:sldLayoutId xmlns:r="http://schemas.openxmlformats.org/officeDocument/2006/relationships" id="2147483662" r:id="R817133f024434ecd"/>
    <p:sldLayoutId xmlns:r="http://schemas.openxmlformats.org/officeDocument/2006/relationships" id="2147483663" r:id="R9b367d97be324c73"/>
    <p:sldLayoutId xmlns:r="http://schemas.openxmlformats.org/officeDocument/2006/relationships" id="2147483664" r:id="R08e9ee2aba7a4116"/>
    <p:sldLayoutId xmlns:r="http://schemas.openxmlformats.org/officeDocument/2006/relationships" id="2147483665" r:id="Rb798ef4cfb944a5f"/>
    <p:sldLayoutId xmlns:r="http://schemas.openxmlformats.org/officeDocument/2006/relationships" id="2147483666" r:id="Rf3511a4f7ded4e49"/>
    <p:sldLayoutId xmlns:r="http://schemas.openxmlformats.org/officeDocument/2006/relationships" id="2147483667" r:id="Rd4debf37f62a4a27"/>
    <p:sldLayoutId xmlns:r="http://schemas.openxmlformats.org/officeDocument/2006/relationships" id="2147483668" r:id="R1258dbcec7d14a9a"/>
    <p:sldLayoutId xmlns:r="http://schemas.openxmlformats.org/officeDocument/2006/relationships" id="2147483669" r:id="R067aaab42c714e41"/>
    <p:sldLayoutId xmlns:r="http://schemas.openxmlformats.org/officeDocument/2006/relationships" id="2147483670" r:id="R8810fba451c140c7"/>
    <p:sldLayoutId xmlns:r="http://schemas.openxmlformats.org/officeDocument/2006/relationships" id="2147483671" r:id="R451ddd8354434944"/>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name="simple-light-2">
    <p:bg>
      <p:bgPr>
        <a:solidFill xmlns:a="http://schemas.openxmlformats.org/drawingml/2006/main">
          <a:schemeClr val="dk1"/>
        </a:solidFill>
      </p:bgPr>
    </p:bg>
    <p:spTree>
      <p:nvGrpSpPr>
        <p:cNvPr id="1" name=""/>
        <p:cNvGrpSpPr/>
        <p:nvPr/>
      </p:nvGrpSpPr>
      <p:grpSpPr>
        <a:xfrm xmlns:a="http://schemas.openxmlformats.org/drawingml/2006/main"/>
      </p:grpSpPr>
      <p:sp>
        <p:nvSpPr>
          <p:cNvPr id="140" name="Google Shape;140;p25">
            <a:extLst xmlns:a="http://schemas.openxmlformats.org/drawingml/2006/main">
              <a:ext uri="{FF2B5EF4-FFF2-40B4-BE49-F238E27FC236}">
                <a16:creationId xmlns:a16="http://schemas.microsoft.com/office/drawing/2014/main" id="{43178CA4-9166-4057-BF74-527302F077B2}"/>
              </a:ext>
            </a:extLst>
          </p:cNvPr>
          <p:cNvSpPr>
            <a:spLocks xmlns:a="http://schemas.openxmlformats.org/drawingml/2006/main" noGrp="1"/>
          </p:cNvSpPr>
          <p:nvPr>
            <p:ph type="title" idx="0"/>
          </p:nvPr>
        </p:nvSpPr>
        <p:spPr>
          <a:xfrm xmlns:a="http://schemas.openxmlformats.org/drawingml/2006/main">
            <a:off x="713225" y="539500"/>
            <a:ext cx="7717500" cy="48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lgn="ctr">
              <a:spcBef>
                <a:spcPts val="0"/>
              </a:spcBef>
              <a:spcAft>
                <a:spcPts val="0"/>
              </a:spcAft>
              <a:buClr>
                <a:schemeClr val="lt1"/>
              </a:buClr>
              <a:buSzPts val="2400"/>
              <a:buFont typeface="Inter"/>
              <a:buNone/>
              <a:defRPr sz="2400" b="1">
                <a:solidFill>
                  <a:schemeClr val="lt1"/>
                </a:solidFill>
                <a:latin typeface="Inter"/>
                <a:ea typeface="Inter"/>
                <a:cs typeface="Inter"/>
              </a:defRPr>
            </a:lvl1pPr>
            <a:lvl2pPr algn="ctr">
              <a:spcBef>
                <a:spcPts val="0"/>
              </a:spcBef>
              <a:spcAft>
                <a:spcPts val="0"/>
              </a:spcAft>
              <a:buClr>
                <a:schemeClr val="lt1"/>
              </a:buClr>
              <a:buSzPts val="2400"/>
              <a:buFont typeface="Inter"/>
              <a:buNone/>
              <a:defRPr sz="2400" b="1">
                <a:solidFill>
                  <a:schemeClr val="lt1"/>
                </a:solidFill>
                <a:latin typeface="Inter"/>
                <a:ea typeface="Inter"/>
                <a:cs typeface="Inter"/>
              </a:defRPr>
            </a:lvl2pPr>
            <a:lvl3pPr algn="ctr">
              <a:spcBef>
                <a:spcPts val="0"/>
              </a:spcBef>
              <a:spcAft>
                <a:spcPts val="0"/>
              </a:spcAft>
              <a:buClr>
                <a:schemeClr val="lt1"/>
              </a:buClr>
              <a:buSzPts val="2400"/>
              <a:buFont typeface="Inter"/>
              <a:buNone/>
              <a:defRPr sz="2400" b="1">
                <a:solidFill>
                  <a:schemeClr val="lt1"/>
                </a:solidFill>
                <a:latin typeface="Inter"/>
                <a:ea typeface="Inter"/>
                <a:cs typeface="Inter"/>
              </a:defRPr>
            </a:lvl3pPr>
            <a:lvl4pPr algn="ctr">
              <a:spcBef>
                <a:spcPts val="0"/>
              </a:spcBef>
              <a:spcAft>
                <a:spcPts val="0"/>
              </a:spcAft>
              <a:buClr>
                <a:schemeClr val="lt1"/>
              </a:buClr>
              <a:buSzPts val="2400"/>
              <a:buFont typeface="Inter"/>
              <a:buNone/>
              <a:defRPr sz="2400" b="1">
                <a:solidFill>
                  <a:schemeClr val="lt1"/>
                </a:solidFill>
                <a:latin typeface="Inter"/>
                <a:ea typeface="Inter"/>
                <a:cs typeface="Inter"/>
              </a:defRPr>
            </a:lvl4pPr>
            <a:lvl5pPr algn="ctr">
              <a:spcBef>
                <a:spcPts val="0"/>
              </a:spcBef>
              <a:spcAft>
                <a:spcPts val="0"/>
              </a:spcAft>
              <a:buClr>
                <a:schemeClr val="lt1"/>
              </a:buClr>
              <a:buSzPts val="2400"/>
              <a:buFont typeface="Inter"/>
              <a:buNone/>
              <a:defRPr sz="2400" b="1">
                <a:solidFill>
                  <a:schemeClr val="lt1"/>
                </a:solidFill>
                <a:latin typeface="Inter"/>
                <a:ea typeface="Inter"/>
                <a:cs typeface="Inter"/>
              </a:defRPr>
            </a:lvl5pPr>
            <a:lvl6pPr algn="ctr">
              <a:spcBef>
                <a:spcPts val="0"/>
              </a:spcBef>
              <a:spcAft>
                <a:spcPts val="0"/>
              </a:spcAft>
              <a:buClr>
                <a:schemeClr val="lt1"/>
              </a:buClr>
              <a:buSzPts val="2400"/>
              <a:buFont typeface="Inter"/>
              <a:buNone/>
              <a:defRPr sz="2400" b="1">
                <a:solidFill>
                  <a:schemeClr val="lt1"/>
                </a:solidFill>
                <a:latin typeface="Inter"/>
                <a:ea typeface="Inter"/>
                <a:cs typeface="Inter"/>
              </a:defRPr>
            </a:lvl6pPr>
            <a:lvl7pPr algn="ctr">
              <a:spcBef>
                <a:spcPts val="0"/>
              </a:spcBef>
              <a:spcAft>
                <a:spcPts val="0"/>
              </a:spcAft>
              <a:buClr>
                <a:schemeClr val="lt1"/>
              </a:buClr>
              <a:buSzPts val="2400"/>
              <a:buFont typeface="Inter"/>
              <a:buNone/>
              <a:defRPr sz="2400" b="1">
                <a:solidFill>
                  <a:schemeClr val="lt1"/>
                </a:solidFill>
                <a:latin typeface="Inter"/>
                <a:ea typeface="Inter"/>
                <a:cs typeface="Inter"/>
              </a:defRPr>
            </a:lvl7pPr>
            <a:lvl8pPr algn="ctr">
              <a:spcBef>
                <a:spcPts val="0"/>
              </a:spcBef>
              <a:spcAft>
                <a:spcPts val="0"/>
              </a:spcAft>
              <a:buClr>
                <a:schemeClr val="lt1"/>
              </a:buClr>
              <a:buSzPts val="2400"/>
              <a:buFont typeface="Inter"/>
              <a:buNone/>
              <a:defRPr sz="2400" b="1">
                <a:solidFill>
                  <a:schemeClr val="lt1"/>
                </a:solidFill>
                <a:latin typeface="Inter"/>
                <a:ea typeface="Inter"/>
                <a:cs typeface="Inter"/>
              </a:defRPr>
            </a:lvl8pPr>
            <a:lvl9pPr algn="ctr">
              <a:spcBef>
                <a:spcPts val="0"/>
              </a:spcBef>
              <a:spcAft>
                <a:spcPts val="0"/>
              </a:spcAft>
              <a:buClr>
                <a:schemeClr val="lt1"/>
              </a:buClr>
              <a:buSzPts val="2400"/>
              <a:buFont typeface="Inter"/>
              <a:buNone/>
              <a:defRPr sz="2400" b="1">
                <a:solidFill>
                  <a:schemeClr val="lt1"/>
                </a:solidFill>
                <a:latin typeface="Inter"/>
                <a:ea typeface="Inter"/>
                <a:cs typeface="Inter"/>
              </a:defRPr>
            </a:lvl9pPr>
          </a:lstStyle>
          <a:p xmlns:a="http://schemas.openxmlformats.org/drawingml/2006/main"/>
        </p:txBody>
      </p:sp>
      <p:sp>
        <p:nvSpPr>
          <p:cNvPr id="141" name="Google Shape;141;p25">
            <a:extLst xmlns:a="http://schemas.openxmlformats.org/drawingml/2006/main">
              <a:ext uri="{FF2B5EF4-FFF2-40B4-BE49-F238E27FC236}">
                <a16:creationId xmlns:a16="http://schemas.microsoft.com/office/drawing/2014/main" id="{2D570267-ABBA-4018-8523-07F13554F194}"/>
              </a:ext>
            </a:extLst>
          </p:cNvPr>
          <p:cNvSpPr>
            <a:spLocks xmlns:a="http://schemas.openxmlformats.org/drawingml/2006/main" noGrp="1"/>
          </p:cNvSpPr>
          <p:nvPr>
            <p:ph type="body" idx="1"/>
          </p:nvPr>
        </p:nvSpPr>
        <p:spPr>
          <a:xfrm xmlns:a="http://schemas.openxmlformats.org/drawingml/2006/main">
            <a:off x="1068100" y="1695450"/>
            <a:ext cx="7047300" cy="250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defRPr>
            </a:lvl1pPr>
            <a:lvl2pPr marL="914400"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defRPr>
            </a:lvl2pPr>
            <a:lvl3pPr marL="1371600"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defRPr>
            </a:lvl3pPr>
            <a:lvl4pPr marL="1828800"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defRPr>
            </a:lvl4pPr>
            <a:lvl5pPr marL="2286000"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defRPr>
            </a:lvl5pPr>
            <a:lvl6pPr marL="2743200"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defRPr>
            </a:lvl6pPr>
            <a:lvl7pPr marL="3200400"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defRPr>
            </a:lvl7pPr>
            <a:lvl8pPr marL="3657600"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defRPr>
            </a:lvl8pPr>
            <a:lvl9pPr marL="4114800"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defRPr>
            </a:lvl9pPr>
          </a:lstStyle>
          <a:p xmlns:a="http://schemas.openxmlformats.org/drawingml/2006/main"/>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73" r:id="Rfb54fa12b1d34d54"/>
    <p:sldLayoutId xmlns:r="http://schemas.openxmlformats.org/officeDocument/2006/relationships" id="2147483674" r:id="R34ef38ecebef4f08"/>
    <p:sldLayoutId xmlns:r="http://schemas.openxmlformats.org/officeDocument/2006/relationships" id="2147483675" r:id="R2d66a22ba8574e67"/>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Minimal Gradient Pitch Deck by Slidesgo">
  <a:themeElements>
    <a:clrScheme name="Simple Light">
      <a:dk1>
        <a:srgbClr val="000000"/>
      </a:dk1>
      <a:lt1>
        <a:srgbClr val="FFFFFF"/>
      </a:lt1>
      <a:dk2>
        <a:srgbClr val="FEA86F"/>
      </a:dk2>
      <a:lt2>
        <a:srgbClr val="FFDEF3"/>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5982301f67e46f2" /><Relationship Type="http://schemas.openxmlformats.org/officeDocument/2006/relationships/notesSlide" Target="/ppt/notesSlides/notesSlide1.xml" Id="Rd0b7d7ed211540a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2.xml" Id="R048841604d464df2" /><Relationship Type="http://schemas.openxmlformats.org/officeDocument/2006/relationships/notesSlide" Target="/ppt/notesSlides/notesSlide2.xml" Id="R8c5ee632e8b946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7.xml" Id="R41c39c426564431d" /><Relationship Type="http://schemas.openxmlformats.org/officeDocument/2006/relationships/image" Target="/ppt/media/image.png" Id="Reb343da14ea3483c" /><Relationship Type="http://schemas.openxmlformats.org/officeDocument/2006/relationships/notesSlide" Target="/ppt/notesSlides/notesSlide3.xml" Id="Rd97ae3119213460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8.xml" Id="Rf36a83e72e5f4499" /><Relationship Type="http://schemas.openxmlformats.org/officeDocument/2006/relationships/notesSlide" Target="/ppt/notesSlides/notesSlide4.xml" Id="R0fc9fe6ffdcd49f9" /></Relationships>
</file>

<file path=ppt/slides/_rels/slide5.xml.rels>&#65279;<?xml version="1.0" encoding="utf-8"?><Relationships xmlns="http://schemas.openxmlformats.org/package/2006/relationships"><Relationship Type="http://schemas.openxmlformats.org/officeDocument/2006/relationships/slideLayout" Target="/ppt/slideLayouts/slideLayout4.xml" Id="R0087ac87127e4ed2" /><Relationship Type="http://schemas.openxmlformats.org/officeDocument/2006/relationships/image" Target="/ppt/media/image2.png" Id="R20155cd361f443d4" /><Relationship Type="http://schemas.openxmlformats.org/officeDocument/2006/relationships/image" Target="/ppt/media/image3.png" Id="R5924cd182c7d4b1f" /><Relationship Type="http://schemas.openxmlformats.org/officeDocument/2006/relationships/notesSlide" Target="/ppt/notesSlides/notesSlide5.xml" Id="R642de7e3e1314ab6"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02d80a7558464815" /><Relationship Type="http://schemas.openxmlformats.org/officeDocument/2006/relationships/image" Target="/ppt/media/image4.png" Id="Rca307cf8dd494587" /><Relationship Type="http://schemas.openxmlformats.org/officeDocument/2006/relationships/image" Target="/ppt/media/image5.png" Id="R4a6dd510ca0c4523" /><Relationship Type="http://schemas.openxmlformats.org/officeDocument/2006/relationships/notesSlide" Target="/ppt/notesSlides/notesSlide6.xml" Id="Rba73f8176023460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9.xml" Id="Rfd99f19e541f489c" /><Relationship Type="http://schemas.openxmlformats.org/officeDocument/2006/relationships/image" Target="/ppt/media/image6.png" Id="Rc53b9d128ad14de8" /><Relationship Type="http://schemas.openxmlformats.org/officeDocument/2006/relationships/image" Target="/ppt/media/image7.png" Id="Re8057dae3c8b4bcb" /><Relationship Type="http://schemas.openxmlformats.org/officeDocument/2006/relationships/image" Target="/ppt/media/image8.png" Id="R27d71abf1c154f94" /><Relationship Type="http://schemas.openxmlformats.org/officeDocument/2006/relationships/notesSlide" Target="/ppt/notesSlides/notesSlide7.xml" Id="R5a54cc62bdd5410b" /></Relationships>
</file>

<file path=ppt/slides/_rels/slide8.xml.rels>&#65279;<?xml version="1.0" encoding="utf-8"?><Relationships xmlns="http://schemas.openxmlformats.org/package/2006/relationships"><Relationship Type="http://schemas.openxmlformats.org/officeDocument/2006/relationships/slideLayout" Target="/ppt/slideLayouts/slideLayout4.xml" Id="Re826f87ac1be4594" /><Relationship Type="http://schemas.openxmlformats.org/officeDocument/2006/relationships/image" Target="/ppt/media/image9.png" Id="Rba6a233954794df2" /><Relationship Type="http://schemas.openxmlformats.org/officeDocument/2006/relationships/image" Target="/ppt/media/image10.png" Id="R0242167144c54d38" /><Relationship Type="http://schemas.openxmlformats.org/officeDocument/2006/relationships/notesSlide" Target="/ppt/notesSlides/notesSlide8.xml" Id="R7de4725e162e4c4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5.xml" Id="R3bbe2db832f2473c" /><Relationship Type="http://schemas.openxmlformats.org/officeDocument/2006/relationships/chart" Target="/ppt/slides/charts/chart1.xml" Id="R48fa04cc6d354932" /><Relationship Type="http://schemas.openxmlformats.org/officeDocument/2006/relationships/notesSlide" Target="/ppt/notesSlides/notesSlide9.xml" Id="Ra848c675b03446c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7.xml" Id="Rb444cf44ea31482b" /><Relationship Type="http://schemas.openxmlformats.org/officeDocument/2006/relationships/image" Target="/ppt/media/image11.png" Id="R108d518f96424a35" /><Relationship Type="http://schemas.openxmlformats.org/officeDocument/2006/relationships/notesSlide" Target="/ppt/notesSlides/notesSlide10.xml" Id="Rc5aaa8256e784eb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6.xml" Id="R7478fcd587264c22" /><Relationship Type="http://schemas.openxmlformats.org/officeDocument/2006/relationships/image" Target="/ppt/media/image12.png" Id="Rd03c3c2b577f40be" /><Relationship Type="http://schemas.openxmlformats.org/officeDocument/2006/relationships/notesSlide" Target="/ppt/notesSlides/notesSlide11.xml" Id="R42ab13adc029496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9.xml" Id="R339eee5d1a724850" /><Relationship Type="http://schemas.openxmlformats.org/officeDocument/2006/relationships/notesSlide" Target="/ppt/notesSlides/notesSlide12.xml" Id="Rcd7939d536684a7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1.xml" Id="Rd09551d080f448ee" /><Relationship Type="http://schemas.openxmlformats.org/officeDocument/2006/relationships/notesSlide" Target="/ppt/notesSlides/notesSlide13.xml" Id="Rc73f5e39109b4d1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Đầu vào</c:v>
          </c:tx>
          <c:spPr>
            <a:solidFill xmlns:a="http://schemas.openxmlformats.org/drawingml/2006/main">
              <a:srgbClr val="B7B0B4"/>
            </a:solidFill>
          </c:spPr>
          <c:invertIfNegative val="0"/>
          <c:cat>
            <c:strRef>
              <c:f>'Chart Data'!$A$2:$A$3</c:f>
              <c:strCache>
                <c:ptCount val="2"/>
                <c:pt idx="0">
                  <c:v>Gaussian σ20</c:v>
                </c:pt>
                <c:pt idx="1">
                  <c:v>Muối tiêu 4%</c:v>
                </c:pt>
              </c:strCache>
            </c:strRef>
          </c:cat>
          <c:val>
            <c:numRef>
              <c:f>'Chart Data'!$B$2:$B$3</c:f>
              <c:numCache>
                <c:formatCode>0</c:formatCode>
                <c:ptCount val="2"/>
                <c:pt idx="0">
                  <c:v>22.49</c:v>
                </c:pt>
                <c:pt idx="1">
                  <c:v>18.37</c:v>
                </c:pt>
              </c:numCache>
            </c:numRef>
          </c:val>
        </c:ser>
        <c:ser>
          <c:idx val="1"/>
          <c:order val="1"/>
          <c:tx>
            <c:v>Trung vị</c:v>
          </c:tx>
          <c:spPr>
            <a:solidFill xmlns:a="http://schemas.openxmlformats.org/drawingml/2006/main">
              <a:srgbClr val="FEA86F"/>
            </a:solidFill>
          </c:spPr>
          <c:invertIfNegative val="0"/>
          <c:cat>
            <c:strRef>
              <c:f>'Chart Data'!$C$2:$C$3</c:f>
              <c:strCache>
                <c:ptCount val="2"/>
                <c:pt idx="0">
                  <c:v>Gaussian σ20</c:v>
                </c:pt>
                <c:pt idx="1">
                  <c:v>Muối tiêu 4%</c:v>
                </c:pt>
              </c:strCache>
            </c:strRef>
          </c:cat>
          <c:val>
            <c:numRef>
              <c:f>'Chart Data'!$D$2:$D$3</c:f>
              <c:numCache>
                <c:formatCode>0</c:formatCode>
                <c:ptCount val="2"/>
                <c:pt idx="0">
                  <c:v>33.41</c:v>
                </c:pt>
                <c:pt idx="1">
                  <c:v>44.4</c:v>
                </c:pt>
              </c:numCache>
            </c:numRef>
          </c:val>
        </c:ser>
        <c:ser>
          <c:idx val="2"/>
          <c:order val="2"/>
          <c:tx>
            <c:v>Gaussian</c:v>
          </c:tx>
          <c:spPr>
            <a:solidFill xmlns:a="http://schemas.openxmlformats.org/drawingml/2006/main">
              <a:srgbClr val="FFDEF3"/>
            </a:solidFill>
          </c:spPr>
          <c:invertIfNegative val="0"/>
          <c:cat>
            <c:strRef>
              <c:f>'Chart Data'!$E$2:$E$3</c:f>
              <c:strCache>
                <c:ptCount val="2"/>
                <c:pt idx="0">
                  <c:v>Gaussian σ20</c:v>
                </c:pt>
                <c:pt idx="1">
                  <c:v>Muối tiêu 4%</c:v>
                </c:pt>
              </c:strCache>
            </c:strRef>
          </c:cat>
          <c:val>
            <c:numRef>
              <c:f>'Chart Data'!$F$2:$F$3</c:f>
              <c:numCache>
                <c:formatCode>0</c:formatCode>
                <c:ptCount val="2"/>
                <c:pt idx="0">
                  <c:v>32.92</c:v>
                </c:pt>
                <c:pt idx="1">
                  <c:v>28.87</c:v>
                </c:pt>
              </c:numCache>
            </c:numRef>
          </c:val>
        </c:ser>
        <c:dLbls>
          <c:showLegendKey val="0"/>
          <c:showVal val="0"/>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Work Sans"/>
                <a:ea typeface="Work Sans"/>
                <a:cs typeface="Work Sans"/>
              </a:defRPr>
            </a:pPr>
          </a:p>
        </c:txPr>
        <c:crossAx val="48672768"/>
      </c:catAx>
      <c:valAx>
        <c:axId val="48672768"/>
        <c:scaling>
          <c:orientation val="minMax"/>
          <c:max val="50"/>
          <c:min val="0"/>
        </c:scaling>
        <c:delete val="0"/>
        <c:axPos val="l"/>
        <c:majorGridlines>
          <c:spPr>
            <a:ln xmlns:a="http://schemas.openxmlformats.org/drawingml/2006/main" w="3810">
              <a:solidFill>
                <a:srgbClr val="B7B0B4"/>
              </a:solidFill>
            </a:ln>
          </c:spPr>
        </c:majorGridlines>
        <c:title>
          <c:tx>
            <c:rich>
              <a:bodyPr xmlns:a="http://schemas.openxmlformats.org/drawingml/2006/main"/>
              <a:lstStyle xmlns:a="http://schemas.openxmlformats.org/drawingml/2006/main"/>
              <a:p xmlns:a="http://schemas.openxmlformats.org/drawingml/2006/main">
                <a:r>
                  <a:rPr sz="1200">
                    <a:latin typeface="Work Sans"/>
                    <a:ea typeface="Work Sans"/>
                    <a:cs typeface="Work Sans"/>
                  </a:rPr>
                  <a:t>PSNR (dB)</a:t>
                </a:r>
              </a:p>
            </c:rich>
          </c:tx>
          <c:overlay val="0"/>
          <c:txPr>
            <a:bodyPr xmlns:a="http://schemas.openxmlformats.org/drawingml/2006/main" anchorCtr="1"/>
            <a:lstStyle xmlns:a="http://schemas.openxmlformats.org/drawingml/2006/main"/>
            <a:p xmlns:a="http://schemas.openxmlformats.org/drawingml/2006/main">
              <a:pPr>
                <a:defRPr sz="1200">
                  <a:latin typeface="Work Sans"/>
                  <a:ea typeface="Work Sans"/>
                  <a:cs typeface="Work Sans"/>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Work Sans"/>
                <a:ea typeface="Work Sans"/>
                <a:cs typeface="Work Sans"/>
              </a:defRPr>
            </a:pPr>
          </a:p>
        </c:txPr>
        <c:crossAx val="48650112"/>
        <c:crossBetween val="between"/>
        <c:majorUnit val="1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125">
              <a:latin typeface="Work Sans"/>
              <a:ea typeface="Work Sans"/>
              <a:cs typeface="Work Sans"/>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54" name="Google Shape;154;p29">
            <a:extLst xmlns:a="http://schemas.openxmlformats.org/drawingml/2006/main">
              <a:ext uri="{FF2B5EF4-FFF2-40B4-BE49-F238E27FC236}">
                <a16:creationId xmlns:a16="http://schemas.microsoft.com/office/drawing/2014/main" id="{31F14753-6AEB-4500-81C4-3FF74C6D0C62}"/>
              </a:ext>
            </a:extLst>
          </p:cNvPr>
          <p:cNvSpPr>
            <a:spLocks xmlns:a="http://schemas.openxmlformats.org/drawingml/2006/main" noGrp="1"/>
          </p:cNvSpPr>
          <p:nvPr>
            <p:ph type="ctrTitle" idx="0"/>
          </p:nvPr>
        </p:nvSpPr>
        <p:spPr>
          <a:xfrm xmlns:a="http://schemas.openxmlformats.org/drawingml/2006/main">
            <a:off x="228600" y="1762125"/>
            <a:ext cx="8096250" cy="2428875"/>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6000" b="0">
                <a:solidFill>
                  <a:srgbClr val="000000"/>
                </a:solidFill>
                <a:latin typeface="Hubot Sans"/>
                <a:ea typeface="Hubot Sans"/>
                <a:cs typeface="Hubot Sans"/>
              </a:defRPr>
            </a:defPPr>
            <a:lvl1pPr algn="l">
              <a:defRPr sz="6000" b="0">
                <a:solidFill>
                  <a:srgbClr val="000000"/>
                </a:solidFill>
                <a:latin typeface="Hubot Sans"/>
                <a:ea typeface="Hubot Sans"/>
                <a:cs typeface="Hubot Sans"/>
              </a:defRPr>
            </a:lvl1pPr>
            <a:lvl2pPr algn="l">
              <a:defRPr sz="6000" b="0">
                <a:solidFill>
                  <a:srgbClr val="000000"/>
                </a:solidFill>
                <a:latin typeface="Hubot Sans"/>
                <a:ea typeface="Hubot Sans"/>
                <a:cs typeface="Hubot Sans"/>
              </a:defRPr>
            </a:lvl2pPr>
            <a:lvl3pPr algn="l">
              <a:defRPr sz="6000" b="0">
                <a:solidFill>
                  <a:srgbClr val="000000"/>
                </a:solidFill>
                <a:latin typeface="Hubot Sans"/>
                <a:ea typeface="Hubot Sans"/>
                <a:cs typeface="Hubot Sans"/>
              </a:defRPr>
            </a:lvl3pPr>
            <a:lvl4pPr algn="l">
              <a:defRPr sz="6000" b="0">
                <a:solidFill>
                  <a:srgbClr val="000000"/>
                </a:solidFill>
                <a:latin typeface="Hubot Sans"/>
                <a:ea typeface="Hubot Sans"/>
                <a:cs typeface="Hubot Sans"/>
              </a:defRPr>
            </a:lvl4pPr>
            <a:lvl5pPr algn="l">
              <a:defRPr sz="6000" b="0">
                <a:solidFill>
                  <a:srgbClr val="000000"/>
                </a:solidFill>
                <a:latin typeface="Hubot Sans"/>
                <a:ea typeface="Hubot Sans"/>
                <a:cs typeface="Hubot Sans"/>
              </a:defRPr>
            </a:lvl5pPr>
            <a:lvl6pPr algn="l">
              <a:defRPr sz="6000" b="0">
                <a:solidFill>
                  <a:srgbClr val="000000"/>
                </a:solidFill>
                <a:latin typeface="Hubot Sans"/>
                <a:ea typeface="Hubot Sans"/>
                <a:cs typeface="Hubot Sans"/>
              </a:defRPr>
            </a:lvl6pPr>
            <a:lvl7pPr algn="l">
              <a:defRPr sz="6000" b="0">
                <a:solidFill>
                  <a:srgbClr val="000000"/>
                </a:solidFill>
                <a:latin typeface="Hubot Sans"/>
                <a:ea typeface="Hubot Sans"/>
                <a:cs typeface="Hubot Sans"/>
              </a:defRPr>
            </a:lvl7pPr>
            <a:lvl8pPr algn="l">
              <a:defRPr sz="6000" b="0">
                <a:solidFill>
                  <a:srgbClr val="000000"/>
                </a:solidFill>
                <a:latin typeface="Hubot Sans"/>
                <a:ea typeface="Hubot Sans"/>
                <a:cs typeface="Hubot Sans"/>
              </a:defRPr>
            </a:lvl8pPr>
            <a:lvl9pPr algn="l">
              <a:defRPr sz="6000" b="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6000" b="0">
                <a:solidFill>
                  <a:srgbClr val="000000"/>
                </a:solidFill>
                <a:latin typeface="Hubot Sans"/>
                <a:ea typeface="Hubot Sans"/>
                <a:cs typeface="Hubot Sans"/>
              </a:defRPr>
            </a:pPr>
            <a:r>
              <a:rPr sz="6000" b="0">
                <a:solidFill>
                  <a:srgbClr val="000000"/>
                </a:solidFill>
                <a:latin typeface="Hubot Sans"/>
                <a:ea typeface="Hubot Sans"/>
                <a:cs typeface="Hubot Sans"/>
              </a:rPr>
              <a:t>XỬ LÝ</a:t>
            </a:r>
            <a:endParaRPr i="1">
              <a:latin typeface="Hubot Sans"/>
              <a:ea typeface="Hubot Sans"/>
              <a:cs typeface="Hubot Sans"/>
            </a:endParaRPr>
          </a:p>
          <a:p xmlns:a="http://schemas.openxmlformats.org/drawingml/2006/main">
            <a:pPr marL="0" lvl="0" indent="0" algn="l">
              <a:spcBef>
                <a:spcPts val="0"/>
              </a:spcBef>
              <a:spcAft>
                <a:spcPts val="0"/>
              </a:spcAft>
              <a:buNone/>
              <a:defRPr sz="6000" b="0">
                <a:solidFill>
                  <a:srgbClr val="000000"/>
                </a:solidFill>
                <a:latin typeface="Hubot Sans"/>
                <a:ea typeface="Hubot Sans"/>
                <a:cs typeface="Hubot Sans"/>
              </a:defRPr>
            </a:pPr>
            <a:r>
              <a:rPr sz="6000" b="0">
                <a:solidFill>
                  <a:srgbClr val="000000"/>
                </a:solidFill>
                <a:latin typeface="Hubot Sans"/>
                <a:ea typeface="Hubot Sans"/>
                <a:cs typeface="Hubot Sans"/>
              </a:rPr>
              <a:t>ẢNH MẮT</a:t>
            </a:r>
            <a:endParaRPr i="1">
              <a:latin typeface="Hubot Sans"/>
              <a:ea typeface="Hubot Sans"/>
              <a:cs typeface="Hubot Sans"/>
            </a:endParaRPr>
          </a:p>
        </p:txBody>
      </p:sp>
      <p:sp>
        <p:nvSpPr>
          <p:cNvPr id="155" name="Google Shape;155;p29">
            <a:extLst xmlns:a="http://schemas.openxmlformats.org/drawingml/2006/main">
              <a:ext uri="{FF2B5EF4-FFF2-40B4-BE49-F238E27FC236}">
                <a16:creationId xmlns:a16="http://schemas.microsoft.com/office/drawing/2014/main" id="{5641761D-617D-47E3-A469-CE80BCC26E89}"/>
              </a:ext>
            </a:extLst>
          </p:cNvPr>
          <p:cNvSpPr>
            <a:spLocks xmlns:a="http://schemas.openxmlformats.org/drawingml/2006/main" noGrp="1"/>
          </p:cNvSpPr>
          <p:nvPr>
            <p:ph type="subTitle" idx="1"/>
          </p:nvPr>
        </p:nvSpPr>
        <p:spPr>
          <a:xfrm xmlns:a="http://schemas.openxmlformats.org/drawingml/2006/main">
            <a:off x="4095750" y="828675"/>
            <a:ext cx="4762500" cy="5715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r">
              <a:defRPr sz="1950" b="0">
                <a:solidFill>
                  <a:srgbClr val="000000"/>
                </a:solidFill>
                <a:latin typeface="Work Sans"/>
                <a:ea typeface="Work Sans"/>
                <a:cs typeface="Work Sans"/>
              </a:defRPr>
            </a:defPPr>
            <a:lvl1pPr algn="r">
              <a:defRPr sz="1950" b="0">
                <a:solidFill>
                  <a:srgbClr val="000000"/>
                </a:solidFill>
                <a:latin typeface="Work Sans"/>
                <a:ea typeface="Work Sans"/>
                <a:cs typeface="Work Sans"/>
              </a:defRPr>
            </a:lvl1pPr>
            <a:lvl2pPr algn="r">
              <a:defRPr sz="1950" b="0">
                <a:solidFill>
                  <a:srgbClr val="000000"/>
                </a:solidFill>
                <a:latin typeface="Work Sans"/>
                <a:ea typeface="Work Sans"/>
                <a:cs typeface="Work Sans"/>
              </a:defRPr>
            </a:lvl2pPr>
            <a:lvl3pPr algn="r">
              <a:defRPr sz="1950" b="0">
                <a:solidFill>
                  <a:srgbClr val="000000"/>
                </a:solidFill>
                <a:latin typeface="Work Sans"/>
                <a:ea typeface="Work Sans"/>
                <a:cs typeface="Work Sans"/>
              </a:defRPr>
            </a:lvl3pPr>
            <a:lvl4pPr algn="r">
              <a:defRPr sz="1950" b="0">
                <a:solidFill>
                  <a:srgbClr val="000000"/>
                </a:solidFill>
                <a:latin typeface="Work Sans"/>
                <a:ea typeface="Work Sans"/>
                <a:cs typeface="Work Sans"/>
              </a:defRPr>
            </a:lvl4pPr>
            <a:lvl5pPr algn="r">
              <a:defRPr sz="1950" b="0">
                <a:solidFill>
                  <a:srgbClr val="000000"/>
                </a:solidFill>
                <a:latin typeface="Work Sans"/>
                <a:ea typeface="Work Sans"/>
                <a:cs typeface="Work Sans"/>
              </a:defRPr>
            </a:lvl5pPr>
            <a:lvl6pPr algn="r">
              <a:defRPr sz="1950" b="0">
                <a:solidFill>
                  <a:srgbClr val="000000"/>
                </a:solidFill>
                <a:latin typeface="Work Sans"/>
                <a:ea typeface="Work Sans"/>
                <a:cs typeface="Work Sans"/>
              </a:defRPr>
            </a:lvl6pPr>
            <a:lvl7pPr algn="r">
              <a:defRPr sz="1950" b="0">
                <a:solidFill>
                  <a:srgbClr val="000000"/>
                </a:solidFill>
                <a:latin typeface="Work Sans"/>
                <a:ea typeface="Work Sans"/>
                <a:cs typeface="Work Sans"/>
              </a:defRPr>
            </a:lvl7pPr>
            <a:lvl8pPr algn="r">
              <a:defRPr sz="1950" b="0">
                <a:solidFill>
                  <a:srgbClr val="000000"/>
                </a:solidFill>
                <a:latin typeface="Work Sans"/>
                <a:ea typeface="Work Sans"/>
                <a:cs typeface="Work Sans"/>
              </a:defRPr>
            </a:lvl8pPr>
            <a:lvl9pPr algn="r">
              <a:defRPr sz="1950" b="0">
                <a:solidFill>
                  <a:srgbClr val="000000"/>
                </a:solidFill>
                <a:latin typeface="Work Sans"/>
                <a:ea typeface="Work Sans"/>
                <a:cs typeface="Work Sans"/>
              </a:defRPr>
            </a:lvl9pPr>
          </a:lstStyle>
          <a:p xmlns:a="http://schemas.openxmlformats.org/drawingml/2006/main">
            <a:pPr marL="0" lvl="0" indent="0" algn="r">
              <a:spcBef>
                <a:spcPts val="0"/>
              </a:spcBef>
              <a:spcAft>
                <a:spcPts val="0"/>
              </a:spcAft>
              <a:buNone/>
              <a:defRPr sz="1950" b="0">
                <a:solidFill>
                  <a:srgbClr val="000000"/>
                </a:solidFill>
                <a:latin typeface="Work Sans"/>
                <a:ea typeface="Work Sans"/>
                <a:cs typeface="Work Sans"/>
              </a:defRPr>
            </a:pPr>
            <a:r>
              <a:rPr sz="1950" b="0">
                <a:solidFill>
                  <a:srgbClr val="000000"/>
                </a:solidFill>
                <a:latin typeface="Work Sans"/>
                <a:ea typeface="Work Sans"/>
                <a:cs typeface="Work Sans"/>
              </a:rPr>
              <a:t>Phục vụ eye tracking</a:t>
            </a:r>
            <a:endParaRPr/>
          </a:p>
        </p:txBody>
      </p:sp>
      <p:sp>
        <p:nvSpPr>
          <p:cNvPr id="156" name="Google Shape;156;p29">
            <a:extLst xmlns:a="http://schemas.openxmlformats.org/drawingml/2006/main">
              <a:ext uri="{FF2B5EF4-FFF2-40B4-BE49-F238E27FC236}">
                <a16:creationId xmlns:a16="http://schemas.microsoft.com/office/drawing/2014/main" id="{E433FA46-78DE-40D5-AD00-F94DCC0E538F}"/>
              </a:ext>
            </a:extLst>
          </p:cNvPr>
          <p:cNvSpPr>
            <a:spLocks xmlns:a="http://schemas.openxmlformats.org/drawingml/2006/main" noGrp="1"/>
          </p:cNvSpPr>
          <p:nvPr/>
        </p:nvSpPr>
        <p:spPr>
          <a:xfrm xmlns:a="http://schemas.openxmlformats.org/drawingml/2006/main">
            <a:off x="4665567" y="167100"/>
            <a:ext cx="828900" cy="12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825" b="0">
                <a:solidFill>
                  <a:srgbClr val="000000"/>
                </a:solidFill>
                <a:latin typeface="Work Sans"/>
                <a:ea typeface="Work Sans"/>
                <a:cs typeface="Work Sans"/>
              </a:defRPr>
            </a:defPPr>
            <a:lvl1pPr algn="l">
              <a:defRPr sz="825" b="0">
                <a:solidFill>
                  <a:srgbClr val="000000"/>
                </a:solidFill>
                <a:latin typeface="Work Sans"/>
                <a:ea typeface="Work Sans"/>
                <a:cs typeface="Work Sans"/>
              </a:defRPr>
            </a:lvl1pPr>
            <a:lvl2pPr algn="l">
              <a:defRPr sz="825" b="0">
                <a:solidFill>
                  <a:srgbClr val="000000"/>
                </a:solidFill>
                <a:latin typeface="Work Sans"/>
                <a:ea typeface="Work Sans"/>
                <a:cs typeface="Work Sans"/>
              </a:defRPr>
            </a:lvl2pPr>
            <a:lvl3pPr algn="l">
              <a:defRPr sz="825" b="0">
                <a:solidFill>
                  <a:srgbClr val="000000"/>
                </a:solidFill>
                <a:latin typeface="Work Sans"/>
                <a:ea typeface="Work Sans"/>
                <a:cs typeface="Work Sans"/>
              </a:defRPr>
            </a:lvl3pPr>
            <a:lvl4pPr algn="l">
              <a:defRPr sz="825" b="0">
                <a:solidFill>
                  <a:srgbClr val="000000"/>
                </a:solidFill>
                <a:latin typeface="Work Sans"/>
                <a:ea typeface="Work Sans"/>
                <a:cs typeface="Work Sans"/>
              </a:defRPr>
            </a:lvl4pPr>
            <a:lvl5pPr algn="l">
              <a:defRPr sz="825" b="0">
                <a:solidFill>
                  <a:srgbClr val="000000"/>
                </a:solidFill>
                <a:latin typeface="Work Sans"/>
                <a:ea typeface="Work Sans"/>
                <a:cs typeface="Work Sans"/>
              </a:defRPr>
            </a:lvl5pPr>
            <a:lvl6pPr algn="l">
              <a:defRPr sz="825" b="0">
                <a:solidFill>
                  <a:srgbClr val="000000"/>
                </a:solidFill>
                <a:latin typeface="Work Sans"/>
                <a:ea typeface="Work Sans"/>
                <a:cs typeface="Work Sans"/>
              </a:defRPr>
            </a:lvl6pPr>
            <a:lvl7pPr algn="l">
              <a:defRPr sz="825" b="0">
                <a:solidFill>
                  <a:srgbClr val="000000"/>
                </a:solidFill>
                <a:latin typeface="Work Sans"/>
                <a:ea typeface="Work Sans"/>
                <a:cs typeface="Work Sans"/>
              </a:defRPr>
            </a:lvl7pPr>
            <a:lvl8pPr algn="l">
              <a:defRPr sz="825" b="0">
                <a:solidFill>
                  <a:srgbClr val="000000"/>
                </a:solidFill>
                <a:latin typeface="Work Sans"/>
                <a:ea typeface="Work Sans"/>
                <a:cs typeface="Work Sans"/>
              </a:defRPr>
            </a:lvl8pPr>
            <a:lvl9pPr algn="l">
              <a:defRPr sz="825"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825" b="0">
                <a:solidFill>
                  <a:srgbClr val="000000"/>
                </a:solidFill>
                <a:latin typeface="Work Sans"/>
                <a:ea typeface="Work Sans"/>
                <a:cs typeface="Work Sans"/>
              </a:defRPr>
            </a:pPr>
            <a:r>
              <a:rPr sz="825" b="0">
                <a:solidFill>
                  <a:srgbClr val="000000"/>
                </a:solidFill>
                <a:latin typeface="Work Sans"/>
                <a:ea typeface="Work Sans"/>
                <a:cs typeface="Work Sans"/>
              </a:rPr>
              <a:t>BÁO CÁO</a:t>
            </a:r>
            <a:endParaRPr sz="800">
              <a:solidFill>
                <a:schemeClr val="dk1"/>
              </a:solidFill>
              <a:latin typeface="Hubot Sans Medium"/>
              <a:ea typeface="Hubot Sans Medium"/>
              <a:cs typeface="Hubot Sans Medium"/>
            </a:endParaRPr>
          </a:p>
        </p:txBody>
      </p:sp>
      <p:sp>
        <p:nvSpPr>
          <p:cNvPr id="157" name="Google Shape;157;p29">
            <a:extLst xmlns:a="http://schemas.openxmlformats.org/drawingml/2006/main">
              <a:ext uri="{FF2B5EF4-FFF2-40B4-BE49-F238E27FC236}">
                <a16:creationId xmlns:a16="http://schemas.microsoft.com/office/drawing/2014/main" id="{4B6EEBFE-24B9-4D96-B5B1-823142CCEEEE}"/>
              </a:ext>
            </a:extLst>
          </p:cNvPr>
          <p:cNvSpPr>
            <a:spLocks xmlns:a="http://schemas.openxmlformats.org/drawingml/2006/main" noGrp="1"/>
          </p:cNvSpPr>
          <p:nvPr/>
        </p:nvSpPr>
        <p:spPr>
          <a:xfrm xmlns:a="http://schemas.openxmlformats.org/drawingml/2006/main">
            <a:off x="7863602" y="136200"/>
            <a:ext cx="1051800" cy="18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200" b="0">
                <a:solidFill>
                  <a:srgbClr val="000000"/>
                </a:solidFill>
                <a:latin typeface="Work Sans"/>
                <a:ea typeface="Work Sans"/>
                <a:cs typeface="Work Sans"/>
              </a:defRPr>
            </a:defPPr>
            <a:lvl1pPr algn="r">
              <a:defRPr sz="1200" b="0">
                <a:solidFill>
                  <a:srgbClr val="000000"/>
                </a:solidFill>
                <a:latin typeface="Work Sans"/>
                <a:ea typeface="Work Sans"/>
                <a:cs typeface="Work Sans"/>
              </a:defRPr>
            </a:lvl1pPr>
            <a:lvl2pPr algn="r">
              <a:defRPr sz="1200" b="0">
                <a:solidFill>
                  <a:srgbClr val="000000"/>
                </a:solidFill>
                <a:latin typeface="Work Sans"/>
                <a:ea typeface="Work Sans"/>
                <a:cs typeface="Work Sans"/>
              </a:defRPr>
            </a:lvl2pPr>
            <a:lvl3pPr algn="r">
              <a:defRPr sz="1200" b="0">
                <a:solidFill>
                  <a:srgbClr val="000000"/>
                </a:solidFill>
                <a:latin typeface="Work Sans"/>
                <a:ea typeface="Work Sans"/>
                <a:cs typeface="Work Sans"/>
              </a:defRPr>
            </a:lvl3pPr>
            <a:lvl4pPr algn="r">
              <a:defRPr sz="1200" b="0">
                <a:solidFill>
                  <a:srgbClr val="000000"/>
                </a:solidFill>
                <a:latin typeface="Work Sans"/>
                <a:ea typeface="Work Sans"/>
                <a:cs typeface="Work Sans"/>
              </a:defRPr>
            </a:lvl4pPr>
            <a:lvl5pPr algn="r">
              <a:defRPr sz="1200" b="0">
                <a:solidFill>
                  <a:srgbClr val="000000"/>
                </a:solidFill>
                <a:latin typeface="Work Sans"/>
                <a:ea typeface="Work Sans"/>
                <a:cs typeface="Work Sans"/>
              </a:defRPr>
            </a:lvl5pPr>
            <a:lvl6pPr algn="r">
              <a:defRPr sz="1200" b="0">
                <a:solidFill>
                  <a:srgbClr val="000000"/>
                </a:solidFill>
                <a:latin typeface="Work Sans"/>
                <a:ea typeface="Work Sans"/>
                <a:cs typeface="Work Sans"/>
              </a:defRPr>
            </a:lvl6pPr>
            <a:lvl7pPr algn="r">
              <a:defRPr sz="1200" b="0">
                <a:solidFill>
                  <a:srgbClr val="000000"/>
                </a:solidFill>
                <a:latin typeface="Work Sans"/>
                <a:ea typeface="Work Sans"/>
                <a:cs typeface="Work Sans"/>
              </a:defRPr>
            </a:lvl7pPr>
            <a:lvl8pPr algn="r">
              <a:defRPr sz="1200" b="0">
                <a:solidFill>
                  <a:srgbClr val="000000"/>
                </a:solidFill>
                <a:latin typeface="Work Sans"/>
                <a:ea typeface="Work Sans"/>
                <a:cs typeface="Work Sans"/>
              </a:defRPr>
            </a:lvl8pPr>
            <a:lvl9pPr algn="r">
              <a:defRPr sz="1200" b="0">
                <a:solidFill>
                  <a:srgbClr val="000000"/>
                </a:solidFill>
                <a:latin typeface="Work Sans"/>
                <a:ea typeface="Work Sans"/>
                <a:cs typeface="Work Sans"/>
              </a:defRPr>
            </a:lvl9pPr>
          </a:lstStyle>
          <a:p xmlns:a="http://schemas.openxmlformats.org/drawingml/2006/main">
            <a:pPr marL="0" lvl="0" indent="0" algn="r">
              <a:spcBef>
                <a:spcPts val="0"/>
              </a:spcBef>
              <a:spcAft>
                <a:spcPts val="0"/>
              </a:spcAft>
              <a:buNone/>
              <a:defRPr sz="1200" b="0">
                <a:solidFill>
                  <a:srgbClr val="000000"/>
                </a:solidFill>
                <a:latin typeface="Work Sans"/>
                <a:ea typeface="Work Sans"/>
                <a:cs typeface="Work Sans"/>
              </a:defRPr>
            </a:pPr>
            <a:r>
              <a:rPr sz="1200" b="0">
                <a:solidFill>
                  <a:srgbClr val="000000"/>
                </a:solidFill>
                <a:latin typeface="Work Sans"/>
                <a:ea typeface="Work Sans"/>
                <a:cs typeface="Work Sans"/>
              </a:rPr>
              <a:t>2026</a:t>
            </a:r>
            <a:endParaRPr sz="1200">
              <a:solidFill>
                <a:schemeClr val="dk1"/>
              </a:solidFill>
              <a:latin typeface="Hubot Sans Medium"/>
              <a:ea typeface="Hubot Sans Medium"/>
              <a:cs typeface="Hubot Sans Medium"/>
            </a:endParaRPr>
          </a:p>
        </p:txBody>
      </p:sp>
      <p:sp>
        <p:nvSpPr>
          <p:cNvPr id="158" name="Google Shape;158;p29">
            <a:extLst xmlns:a="http://schemas.openxmlformats.org/drawingml/2006/main">
              <a:ext uri="{FF2B5EF4-FFF2-40B4-BE49-F238E27FC236}">
                <a16:creationId xmlns:a16="http://schemas.microsoft.com/office/drawing/2014/main" id="{B6E883ED-F5AD-4FED-A650-C36D5E019C39}"/>
              </a:ext>
            </a:extLst>
          </p:cNvPr>
          <p:cNvSpPr>
            <a:spLocks xmlns:a="http://schemas.openxmlformats.org/drawingml/2006/main" noGrp="1"/>
          </p:cNvSpPr>
          <p:nvPr/>
        </p:nvSpPr>
        <p:spPr>
          <a:xfrm xmlns:a="http://schemas.openxmlformats.org/drawingml/2006/main">
            <a:off x="3649530" y="167100"/>
            <a:ext cx="828900" cy="12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825" b="0">
                <a:solidFill>
                  <a:srgbClr val="000000"/>
                </a:solidFill>
                <a:latin typeface="Work Sans"/>
                <a:ea typeface="Work Sans"/>
                <a:cs typeface="Work Sans"/>
              </a:defRPr>
            </a:defPPr>
            <a:lvl1pPr algn="l">
              <a:defRPr sz="825" b="0">
                <a:solidFill>
                  <a:srgbClr val="000000"/>
                </a:solidFill>
                <a:latin typeface="Work Sans"/>
                <a:ea typeface="Work Sans"/>
                <a:cs typeface="Work Sans"/>
              </a:defRPr>
            </a:lvl1pPr>
            <a:lvl2pPr algn="l">
              <a:defRPr sz="825" b="0">
                <a:solidFill>
                  <a:srgbClr val="000000"/>
                </a:solidFill>
                <a:latin typeface="Work Sans"/>
                <a:ea typeface="Work Sans"/>
                <a:cs typeface="Work Sans"/>
              </a:defRPr>
            </a:lvl2pPr>
            <a:lvl3pPr algn="l">
              <a:defRPr sz="825" b="0">
                <a:solidFill>
                  <a:srgbClr val="000000"/>
                </a:solidFill>
                <a:latin typeface="Work Sans"/>
                <a:ea typeface="Work Sans"/>
                <a:cs typeface="Work Sans"/>
              </a:defRPr>
            </a:lvl3pPr>
            <a:lvl4pPr algn="l">
              <a:defRPr sz="825" b="0">
                <a:solidFill>
                  <a:srgbClr val="000000"/>
                </a:solidFill>
                <a:latin typeface="Work Sans"/>
                <a:ea typeface="Work Sans"/>
                <a:cs typeface="Work Sans"/>
              </a:defRPr>
            </a:lvl4pPr>
            <a:lvl5pPr algn="l">
              <a:defRPr sz="825" b="0">
                <a:solidFill>
                  <a:srgbClr val="000000"/>
                </a:solidFill>
                <a:latin typeface="Work Sans"/>
                <a:ea typeface="Work Sans"/>
                <a:cs typeface="Work Sans"/>
              </a:defRPr>
            </a:lvl5pPr>
            <a:lvl6pPr algn="l">
              <a:defRPr sz="825" b="0">
                <a:solidFill>
                  <a:srgbClr val="000000"/>
                </a:solidFill>
                <a:latin typeface="Work Sans"/>
                <a:ea typeface="Work Sans"/>
                <a:cs typeface="Work Sans"/>
              </a:defRPr>
            </a:lvl6pPr>
            <a:lvl7pPr algn="l">
              <a:defRPr sz="825" b="0">
                <a:solidFill>
                  <a:srgbClr val="000000"/>
                </a:solidFill>
                <a:latin typeface="Work Sans"/>
                <a:ea typeface="Work Sans"/>
                <a:cs typeface="Work Sans"/>
              </a:defRPr>
            </a:lvl7pPr>
            <a:lvl8pPr algn="l">
              <a:defRPr sz="825" b="0">
                <a:solidFill>
                  <a:srgbClr val="000000"/>
                </a:solidFill>
                <a:latin typeface="Work Sans"/>
                <a:ea typeface="Work Sans"/>
                <a:cs typeface="Work Sans"/>
              </a:defRPr>
            </a:lvl8pPr>
            <a:lvl9pPr algn="l">
              <a:defRPr sz="825"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825" b="0">
                <a:solidFill>
                  <a:srgbClr val="000000"/>
                </a:solidFill>
                <a:latin typeface="Work Sans"/>
                <a:ea typeface="Work Sans"/>
                <a:cs typeface="Work Sans"/>
              </a:defRPr>
            </a:pPr>
            <a:r>
              <a:rPr sz="825" b="0">
                <a:solidFill>
                  <a:srgbClr val="000000"/>
                </a:solidFill>
                <a:latin typeface="Work Sans"/>
                <a:ea typeface="Work Sans"/>
                <a:cs typeface="Work Sans"/>
              </a:rPr>
              <a:t>XỬ LÝ ẢNH</a:t>
            </a:r>
            <a:endParaRPr sz="800">
              <a:solidFill>
                <a:schemeClr val="dk1"/>
              </a:solidFill>
              <a:latin typeface="Hubot Sans Medium"/>
              <a:ea typeface="Hubot Sans Medium"/>
              <a:cs typeface="Hubot Sans Medium"/>
            </a:endParaRPr>
          </a:p>
        </p:txBody>
      </p:sp>
      <p:sp>
        <p:nvSpPr>
          <p:cNvPr id="159" name="Google Shape;159;p29">
            <a:extLst xmlns:a="http://schemas.openxmlformats.org/drawingml/2006/main">
              <a:ext uri="{FF2B5EF4-FFF2-40B4-BE49-F238E27FC236}">
                <a16:creationId xmlns:a16="http://schemas.microsoft.com/office/drawing/2014/main" id="{A9B22D13-6502-4758-A83B-C3B2AFFCB180}"/>
              </a:ext>
            </a:extLst>
          </p:cNvPr>
          <p:cNvSpPr>
            <a:spLocks xmlns:a="http://schemas.openxmlformats.org/drawingml/2006/main" noGrp="1"/>
          </p:cNvSpPr>
          <p:nvPr/>
        </p:nvSpPr>
        <p:spPr>
          <a:xfrm xmlns:a="http://schemas.openxmlformats.org/drawingml/2006/main">
            <a:off x="228598" y="136200"/>
            <a:ext cx="2286000" cy="18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1050" b="0">
                <a:solidFill>
                  <a:srgbClr val="000000"/>
                </a:solidFill>
                <a:latin typeface="Work Sans"/>
                <a:ea typeface="Work Sans"/>
                <a:cs typeface="Work Sans"/>
              </a:defRPr>
            </a:defPPr>
            <a:lvl1pPr algn="l">
              <a:defRPr sz="1050" b="0">
                <a:solidFill>
                  <a:srgbClr val="000000"/>
                </a:solidFill>
                <a:latin typeface="Work Sans"/>
                <a:ea typeface="Work Sans"/>
                <a:cs typeface="Work Sans"/>
              </a:defRPr>
            </a:lvl1pPr>
            <a:lvl2pPr algn="l">
              <a:defRPr sz="1050" b="0">
                <a:solidFill>
                  <a:srgbClr val="000000"/>
                </a:solidFill>
                <a:latin typeface="Work Sans"/>
                <a:ea typeface="Work Sans"/>
                <a:cs typeface="Work Sans"/>
              </a:defRPr>
            </a:lvl2pPr>
            <a:lvl3pPr algn="l">
              <a:defRPr sz="1050" b="0">
                <a:solidFill>
                  <a:srgbClr val="000000"/>
                </a:solidFill>
                <a:latin typeface="Work Sans"/>
                <a:ea typeface="Work Sans"/>
                <a:cs typeface="Work Sans"/>
              </a:defRPr>
            </a:lvl3pPr>
            <a:lvl4pPr algn="l">
              <a:defRPr sz="1050" b="0">
                <a:solidFill>
                  <a:srgbClr val="000000"/>
                </a:solidFill>
                <a:latin typeface="Work Sans"/>
                <a:ea typeface="Work Sans"/>
                <a:cs typeface="Work Sans"/>
              </a:defRPr>
            </a:lvl4pPr>
            <a:lvl5pPr algn="l">
              <a:defRPr sz="1050" b="0">
                <a:solidFill>
                  <a:srgbClr val="000000"/>
                </a:solidFill>
                <a:latin typeface="Work Sans"/>
                <a:ea typeface="Work Sans"/>
                <a:cs typeface="Work Sans"/>
              </a:defRPr>
            </a:lvl5pPr>
            <a:lvl6pPr algn="l">
              <a:defRPr sz="1050" b="0">
                <a:solidFill>
                  <a:srgbClr val="000000"/>
                </a:solidFill>
                <a:latin typeface="Work Sans"/>
                <a:ea typeface="Work Sans"/>
                <a:cs typeface="Work Sans"/>
              </a:defRPr>
            </a:lvl6pPr>
            <a:lvl7pPr algn="l">
              <a:defRPr sz="1050" b="0">
                <a:solidFill>
                  <a:srgbClr val="000000"/>
                </a:solidFill>
                <a:latin typeface="Work Sans"/>
                <a:ea typeface="Work Sans"/>
                <a:cs typeface="Work Sans"/>
              </a:defRPr>
            </a:lvl7pPr>
            <a:lvl8pPr algn="l">
              <a:defRPr sz="1050" b="0">
                <a:solidFill>
                  <a:srgbClr val="000000"/>
                </a:solidFill>
                <a:latin typeface="Work Sans"/>
                <a:ea typeface="Work Sans"/>
                <a:cs typeface="Work Sans"/>
              </a:defRPr>
            </a:lvl8pPr>
            <a:lvl9pPr algn="l">
              <a:defRPr sz="10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050" b="0">
                <a:solidFill>
                  <a:srgbClr val="000000"/>
                </a:solidFill>
                <a:latin typeface="Work Sans"/>
                <a:ea typeface="Work Sans"/>
                <a:cs typeface="Work Sans"/>
              </a:defRPr>
            </a:pPr>
            <a:r>
              <a:rPr sz="1050" b="0">
                <a:solidFill>
                  <a:srgbClr val="000000"/>
                </a:solidFill>
                <a:latin typeface="Work Sans"/>
                <a:ea typeface="Work Sans"/>
                <a:cs typeface="Work Sans"/>
              </a:rPr>
              <a:t>ĐỀ TÀI MÔN HỌC</a:t>
            </a:r>
            <a:endParaRPr sz="1200">
              <a:solidFill>
                <a:schemeClr val="dk1"/>
              </a:solidFill>
              <a:latin typeface="Hubot Sans Medium"/>
              <a:ea typeface="Hubot Sans Medium"/>
              <a:cs typeface="Hubot Sans Medium"/>
            </a:endParaRPr>
          </a:p>
        </p:txBody>
      </p:sp>
    </p:spTree>
    <p:extLst>
      <p:ext uri="{BB962C8B-B14F-4D97-AF65-F5344CB8AC3E}">
        <p14:creationId xmlns:p14="http://schemas.microsoft.com/office/powerpoint/2010/main" val="210863018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05" name="Google Shape;205;p31">
            <a:extLst xmlns:a="http://schemas.openxmlformats.org/drawingml/2006/main">
              <a:ext uri="{FF2B5EF4-FFF2-40B4-BE49-F238E27FC236}">
                <a16:creationId xmlns:a16="http://schemas.microsoft.com/office/drawing/2014/main" id="{CFC4232B-4D96-4523-8ABC-798A16A5E5B4}"/>
              </a:ext>
            </a:extLst>
          </p:cNvPr>
          <p:cNvSpPr>
            <a:spLocks xmlns:a="http://schemas.openxmlformats.org/drawingml/2006/main" noGrp="1"/>
          </p:cNvSpPr>
          <p:nvPr>
            <p:ph type="title" idx="0"/>
          </p:nvPr>
        </p:nvSpPr>
        <p:spPr>
          <a:xfrm xmlns:a="http://schemas.openxmlformats.org/drawingml/2006/main">
            <a:off x="228600" y="1879050"/>
            <a:ext cx="2667000" cy="13854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2700" b="0">
                <a:solidFill>
                  <a:srgbClr val="000000"/>
                </a:solidFill>
                <a:latin typeface="Hubot Sans"/>
                <a:ea typeface="Hubot Sans"/>
                <a:cs typeface="Hubot Sans"/>
              </a:defRPr>
            </a:defPPr>
            <a:lvl1pPr algn="l">
              <a:defRPr sz="2700" b="0">
                <a:solidFill>
                  <a:srgbClr val="000000"/>
                </a:solidFill>
                <a:latin typeface="Hubot Sans"/>
                <a:ea typeface="Hubot Sans"/>
                <a:cs typeface="Hubot Sans"/>
              </a:defRPr>
            </a:lvl1pPr>
            <a:lvl2pPr algn="l">
              <a:defRPr sz="2700" b="0">
                <a:solidFill>
                  <a:srgbClr val="000000"/>
                </a:solidFill>
                <a:latin typeface="Hubot Sans"/>
                <a:ea typeface="Hubot Sans"/>
                <a:cs typeface="Hubot Sans"/>
              </a:defRPr>
            </a:lvl2pPr>
            <a:lvl3pPr algn="l">
              <a:defRPr sz="2700" b="0">
                <a:solidFill>
                  <a:srgbClr val="000000"/>
                </a:solidFill>
                <a:latin typeface="Hubot Sans"/>
                <a:ea typeface="Hubot Sans"/>
                <a:cs typeface="Hubot Sans"/>
              </a:defRPr>
            </a:lvl3pPr>
            <a:lvl4pPr algn="l">
              <a:defRPr sz="2700" b="0">
                <a:solidFill>
                  <a:srgbClr val="000000"/>
                </a:solidFill>
                <a:latin typeface="Hubot Sans"/>
                <a:ea typeface="Hubot Sans"/>
                <a:cs typeface="Hubot Sans"/>
              </a:defRPr>
            </a:lvl4pPr>
            <a:lvl5pPr algn="l">
              <a:defRPr sz="2700" b="0">
                <a:solidFill>
                  <a:srgbClr val="000000"/>
                </a:solidFill>
                <a:latin typeface="Hubot Sans"/>
                <a:ea typeface="Hubot Sans"/>
                <a:cs typeface="Hubot Sans"/>
              </a:defRPr>
            </a:lvl5pPr>
            <a:lvl6pPr algn="l">
              <a:defRPr sz="2700" b="0">
                <a:solidFill>
                  <a:srgbClr val="000000"/>
                </a:solidFill>
                <a:latin typeface="Hubot Sans"/>
                <a:ea typeface="Hubot Sans"/>
                <a:cs typeface="Hubot Sans"/>
              </a:defRPr>
            </a:lvl6pPr>
            <a:lvl7pPr algn="l">
              <a:defRPr sz="2700" b="0">
                <a:solidFill>
                  <a:srgbClr val="000000"/>
                </a:solidFill>
                <a:latin typeface="Hubot Sans"/>
                <a:ea typeface="Hubot Sans"/>
                <a:cs typeface="Hubot Sans"/>
              </a:defRPr>
            </a:lvl7pPr>
            <a:lvl8pPr algn="l">
              <a:defRPr sz="2700" b="0">
                <a:solidFill>
                  <a:srgbClr val="000000"/>
                </a:solidFill>
                <a:latin typeface="Hubot Sans"/>
                <a:ea typeface="Hubot Sans"/>
                <a:cs typeface="Hubot Sans"/>
              </a:defRPr>
            </a:lvl8pPr>
            <a:lvl9pPr algn="l">
              <a:defRPr sz="2700" b="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2700" b="0">
                <a:solidFill>
                  <a:srgbClr val="000000"/>
                </a:solidFill>
                <a:latin typeface="Hubot Sans"/>
                <a:ea typeface="Hubot Sans"/>
                <a:cs typeface="Hubot Sans"/>
              </a:defRPr>
            </a:pPr>
            <a:r>
              <a:rPr sz="2700" b="0">
                <a:solidFill>
                  <a:srgbClr val="000000"/>
                </a:solidFill>
                <a:latin typeface="Hubot Sans"/>
                <a:ea typeface="Hubot Sans"/>
                <a:cs typeface="Hubot Sans"/>
              </a:rPr>
              <a:t>NỘI DUNG</a:t>
            </a:r>
            <a:endParaRPr/>
          </a:p>
          <a:p xmlns:a="http://schemas.openxmlformats.org/drawingml/2006/main">
            <a:pPr marL="0" lvl="0" indent="0" algn="l">
              <a:spcBef>
                <a:spcPts val="0"/>
              </a:spcBef>
              <a:spcAft>
                <a:spcPts val="0"/>
              </a:spcAft>
              <a:buNone/>
              <a:defRPr sz="2700" b="0">
                <a:solidFill>
                  <a:srgbClr val="000000"/>
                </a:solidFill>
                <a:latin typeface="Hubot Sans"/>
                <a:ea typeface="Hubot Sans"/>
                <a:cs typeface="Hubot Sans"/>
              </a:defRPr>
            </a:pPr>
            <a:r>
              <a:rPr sz="2700" b="0">
                <a:solidFill>
                  <a:srgbClr val="000000"/>
                </a:solidFill>
                <a:latin typeface="Hubot Sans"/>
                <a:ea typeface="Hubot Sans"/>
                <a:cs typeface="Hubot Sans"/>
              </a:rPr>
              <a:t>BÁO CÁO</a:t>
            </a:r>
            <a:endParaRPr/>
          </a:p>
        </p:txBody>
      </p:sp>
      <p:sp>
        <p:nvSpPr>
          <p:cNvPr id="206" name="Google Shape;206;p31">
            <a:extLst xmlns:a="http://schemas.openxmlformats.org/drawingml/2006/main">
              <a:ext uri="{FF2B5EF4-FFF2-40B4-BE49-F238E27FC236}">
                <a16:creationId xmlns:a16="http://schemas.microsoft.com/office/drawing/2014/main" id="{F6FA68A3-E6C8-4D6B-8365-CAB6FD262456}"/>
              </a:ext>
            </a:extLst>
          </p:cNvPr>
          <p:cNvSpPr>
            <a:spLocks xmlns:a="http://schemas.openxmlformats.org/drawingml/2006/main" noGrp="1"/>
          </p:cNvSpPr>
          <p:nvPr>
            <p:ph type="title" idx="2"/>
          </p:nvPr>
        </p:nvSpPr>
        <p:spPr>
          <a:xfrm xmlns:a="http://schemas.openxmlformats.org/drawingml/2006/main">
            <a:off x="3207000" y="497492"/>
            <a:ext cx="909900" cy="554100"/>
          </a:xfrm>
          <a:prstGeom xmlns:a="http://schemas.openxmlformats.org/drawingml/2006/main" prst="rect">
            <a:avLst/>
          </a:prstGeom>
        </p:spPr>
        <p:txBody>
          <a:bodyPr xmlns:a="http://schemas.openxmlformats.org/drawingml/2006/main" spcFirstLastPara="1" wrap="square" lIns="0" tIns="0" rIns="0" bIns="0" anchor="b">
            <a:noAutofit/>
          </a:bodyPr>
          <a:lstStyle xmlns:a="http://schemas.openxmlformats.org/drawingml/2006/main">
            <a:defPPr>
              <a:defRPr sz="2550">
                <a:solidFill>
                  <a:srgbClr val="000000"/>
                </a:solidFill>
                <a:latin typeface="Hubot Sans"/>
                <a:ea typeface="Hubot Sans"/>
                <a:cs typeface="Hubot Sans"/>
              </a:defRPr>
            </a:defPPr>
            <a:lvl1pPr>
              <a:defRPr sz="2550">
                <a:solidFill>
                  <a:srgbClr val="000000"/>
                </a:solidFill>
                <a:latin typeface="Hubot Sans"/>
                <a:ea typeface="Hubot Sans"/>
                <a:cs typeface="Hubot Sans"/>
              </a:defRPr>
            </a:lvl1pPr>
            <a:lvl2pPr>
              <a:defRPr sz="2550">
                <a:solidFill>
                  <a:srgbClr val="000000"/>
                </a:solidFill>
                <a:latin typeface="Hubot Sans"/>
                <a:ea typeface="Hubot Sans"/>
                <a:cs typeface="Hubot Sans"/>
              </a:defRPr>
            </a:lvl2pPr>
            <a:lvl3pPr>
              <a:defRPr sz="2550">
                <a:solidFill>
                  <a:srgbClr val="000000"/>
                </a:solidFill>
                <a:latin typeface="Hubot Sans"/>
                <a:ea typeface="Hubot Sans"/>
                <a:cs typeface="Hubot Sans"/>
              </a:defRPr>
            </a:lvl3pPr>
            <a:lvl4pPr>
              <a:defRPr sz="2550">
                <a:solidFill>
                  <a:srgbClr val="000000"/>
                </a:solidFill>
                <a:latin typeface="Hubot Sans"/>
                <a:ea typeface="Hubot Sans"/>
                <a:cs typeface="Hubot Sans"/>
              </a:defRPr>
            </a:lvl4pPr>
            <a:lvl5pPr>
              <a:defRPr sz="2550">
                <a:solidFill>
                  <a:srgbClr val="000000"/>
                </a:solidFill>
                <a:latin typeface="Hubot Sans"/>
                <a:ea typeface="Hubot Sans"/>
                <a:cs typeface="Hubot Sans"/>
              </a:defRPr>
            </a:lvl5pPr>
            <a:lvl6pPr>
              <a:defRPr sz="2550">
                <a:solidFill>
                  <a:srgbClr val="000000"/>
                </a:solidFill>
                <a:latin typeface="Hubot Sans"/>
                <a:ea typeface="Hubot Sans"/>
                <a:cs typeface="Hubot Sans"/>
              </a:defRPr>
            </a:lvl6pPr>
            <a:lvl7pPr>
              <a:defRPr sz="2550">
                <a:solidFill>
                  <a:srgbClr val="000000"/>
                </a:solidFill>
                <a:latin typeface="Hubot Sans"/>
                <a:ea typeface="Hubot Sans"/>
                <a:cs typeface="Hubot Sans"/>
              </a:defRPr>
            </a:lvl7pPr>
            <a:lvl8pPr>
              <a:defRPr sz="2550">
                <a:solidFill>
                  <a:srgbClr val="000000"/>
                </a:solidFill>
                <a:latin typeface="Hubot Sans"/>
                <a:ea typeface="Hubot Sans"/>
                <a:cs typeface="Hubot Sans"/>
              </a:defRPr>
            </a:lvl8pPr>
            <a:lvl9pPr>
              <a:defRPr sz="255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2550">
                <a:solidFill>
                  <a:srgbClr val="000000"/>
                </a:solidFill>
                <a:latin typeface="Hubot Sans"/>
                <a:ea typeface="Hubot Sans"/>
                <a:cs typeface="Hubot Sans"/>
              </a:defRPr>
            </a:pPr>
            <a:r>
              <a:rPr sz="2550">
                <a:solidFill>
                  <a:srgbClr val="000000"/>
                </a:solidFill>
                <a:latin typeface="Hubot Sans"/>
                <a:ea typeface="Hubot Sans"/>
                <a:cs typeface="Hubot Sans"/>
              </a:rPr>
              <a:t>01</a:t>
            </a:r>
            <a:endParaRPr/>
          </a:p>
        </p:txBody>
      </p:sp>
      <p:sp>
        <p:nvSpPr>
          <p:cNvPr id="207" name="Google Shape;207;p31">
            <a:extLst xmlns:a="http://schemas.openxmlformats.org/drawingml/2006/main">
              <a:ext uri="{FF2B5EF4-FFF2-40B4-BE49-F238E27FC236}">
                <a16:creationId xmlns:a16="http://schemas.microsoft.com/office/drawing/2014/main" id="{638A48E6-94C3-42F4-B9DB-D6F2864BB102}"/>
              </a:ext>
            </a:extLst>
          </p:cNvPr>
          <p:cNvSpPr>
            <a:spLocks xmlns:a="http://schemas.openxmlformats.org/drawingml/2006/main" noGrp="1"/>
          </p:cNvSpPr>
          <p:nvPr>
            <p:ph type="title" idx="3"/>
          </p:nvPr>
        </p:nvSpPr>
        <p:spPr>
          <a:xfrm xmlns:a="http://schemas.openxmlformats.org/drawingml/2006/main">
            <a:off x="6061210" y="497475"/>
            <a:ext cx="909900" cy="554100"/>
          </a:xfrm>
          <a:prstGeom xmlns:a="http://schemas.openxmlformats.org/drawingml/2006/main" prst="rect">
            <a:avLst/>
          </a:prstGeom>
        </p:spPr>
        <p:txBody>
          <a:bodyPr xmlns:a="http://schemas.openxmlformats.org/drawingml/2006/main" spcFirstLastPara="1" wrap="square" lIns="0" tIns="0" rIns="0" bIns="0" anchor="b">
            <a:noAutofit/>
          </a:bodyPr>
          <a:lstStyle xmlns:a="http://schemas.openxmlformats.org/drawingml/2006/main">
            <a:defPPr>
              <a:defRPr sz="2550">
                <a:solidFill>
                  <a:srgbClr val="000000"/>
                </a:solidFill>
                <a:latin typeface="Hubot Sans"/>
                <a:ea typeface="Hubot Sans"/>
                <a:cs typeface="Hubot Sans"/>
              </a:defRPr>
            </a:defPPr>
            <a:lvl1pPr>
              <a:defRPr sz="2550">
                <a:solidFill>
                  <a:srgbClr val="000000"/>
                </a:solidFill>
                <a:latin typeface="Hubot Sans"/>
                <a:ea typeface="Hubot Sans"/>
                <a:cs typeface="Hubot Sans"/>
              </a:defRPr>
            </a:lvl1pPr>
            <a:lvl2pPr>
              <a:defRPr sz="2550">
                <a:solidFill>
                  <a:srgbClr val="000000"/>
                </a:solidFill>
                <a:latin typeface="Hubot Sans"/>
                <a:ea typeface="Hubot Sans"/>
                <a:cs typeface="Hubot Sans"/>
              </a:defRPr>
            </a:lvl2pPr>
            <a:lvl3pPr>
              <a:defRPr sz="2550">
                <a:solidFill>
                  <a:srgbClr val="000000"/>
                </a:solidFill>
                <a:latin typeface="Hubot Sans"/>
                <a:ea typeface="Hubot Sans"/>
                <a:cs typeface="Hubot Sans"/>
              </a:defRPr>
            </a:lvl3pPr>
            <a:lvl4pPr>
              <a:defRPr sz="2550">
                <a:solidFill>
                  <a:srgbClr val="000000"/>
                </a:solidFill>
                <a:latin typeface="Hubot Sans"/>
                <a:ea typeface="Hubot Sans"/>
                <a:cs typeface="Hubot Sans"/>
              </a:defRPr>
            </a:lvl4pPr>
            <a:lvl5pPr>
              <a:defRPr sz="2550">
                <a:solidFill>
                  <a:srgbClr val="000000"/>
                </a:solidFill>
                <a:latin typeface="Hubot Sans"/>
                <a:ea typeface="Hubot Sans"/>
                <a:cs typeface="Hubot Sans"/>
              </a:defRPr>
            </a:lvl5pPr>
            <a:lvl6pPr>
              <a:defRPr sz="2550">
                <a:solidFill>
                  <a:srgbClr val="000000"/>
                </a:solidFill>
                <a:latin typeface="Hubot Sans"/>
                <a:ea typeface="Hubot Sans"/>
                <a:cs typeface="Hubot Sans"/>
              </a:defRPr>
            </a:lvl6pPr>
            <a:lvl7pPr>
              <a:defRPr sz="2550">
                <a:solidFill>
                  <a:srgbClr val="000000"/>
                </a:solidFill>
                <a:latin typeface="Hubot Sans"/>
                <a:ea typeface="Hubot Sans"/>
                <a:cs typeface="Hubot Sans"/>
              </a:defRPr>
            </a:lvl7pPr>
            <a:lvl8pPr>
              <a:defRPr sz="2550">
                <a:solidFill>
                  <a:srgbClr val="000000"/>
                </a:solidFill>
                <a:latin typeface="Hubot Sans"/>
                <a:ea typeface="Hubot Sans"/>
                <a:cs typeface="Hubot Sans"/>
              </a:defRPr>
            </a:lvl8pPr>
            <a:lvl9pPr>
              <a:defRPr sz="255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2550">
                <a:solidFill>
                  <a:srgbClr val="000000"/>
                </a:solidFill>
                <a:latin typeface="Hubot Sans"/>
                <a:ea typeface="Hubot Sans"/>
                <a:cs typeface="Hubot Sans"/>
              </a:defRPr>
            </a:pPr>
            <a:r>
              <a:rPr sz="2550">
                <a:solidFill>
                  <a:srgbClr val="000000"/>
                </a:solidFill>
                <a:latin typeface="Hubot Sans"/>
                <a:ea typeface="Hubot Sans"/>
                <a:cs typeface="Hubot Sans"/>
              </a:rPr>
              <a:t>04</a:t>
            </a:r>
            <a:endParaRPr/>
          </a:p>
        </p:txBody>
      </p:sp>
      <p:sp>
        <p:nvSpPr>
          <p:cNvPr id="208" name="Google Shape;208;p31">
            <a:extLst xmlns:a="http://schemas.openxmlformats.org/drawingml/2006/main">
              <a:ext uri="{FF2B5EF4-FFF2-40B4-BE49-F238E27FC236}">
                <a16:creationId xmlns:a16="http://schemas.microsoft.com/office/drawing/2014/main" id="{1A9461D8-9B4D-4E45-B77F-84971B237C08}"/>
              </a:ext>
            </a:extLst>
          </p:cNvPr>
          <p:cNvSpPr>
            <a:spLocks xmlns:a="http://schemas.openxmlformats.org/drawingml/2006/main" noGrp="1"/>
          </p:cNvSpPr>
          <p:nvPr>
            <p:ph type="title" idx="4"/>
          </p:nvPr>
        </p:nvSpPr>
        <p:spPr>
          <a:xfrm xmlns:a="http://schemas.openxmlformats.org/drawingml/2006/main">
            <a:off x="3207000" y="1996176"/>
            <a:ext cx="909900" cy="554100"/>
          </a:xfrm>
          <a:prstGeom xmlns:a="http://schemas.openxmlformats.org/drawingml/2006/main" prst="rect">
            <a:avLst/>
          </a:prstGeom>
        </p:spPr>
        <p:txBody>
          <a:bodyPr xmlns:a="http://schemas.openxmlformats.org/drawingml/2006/main" spcFirstLastPara="1" wrap="square" lIns="0" tIns="0" rIns="0" bIns="0" anchor="b">
            <a:noAutofit/>
          </a:bodyPr>
          <a:lstStyle xmlns:a="http://schemas.openxmlformats.org/drawingml/2006/main">
            <a:defPPr>
              <a:defRPr sz="2550">
                <a:solidFill>
                  <a:srgbClr val="000000"/>
                </a:solidFill>
                <a:latin typeface="Hubot Sans"/>
                <a:ea typeface="Hubot Sans"/>
                <a:cs typeface="Hubot Sans"/>
              </a:defRPr>
            </a:defPPr>
            <a:lvl1pPr>
              <a:defRPr sz="2550">
                <a:solidFill>
                  <a:srgbClr val="000000"/>
                </a:solidFill>
                <a:latin typeface="Hubot Sans"/>
                <a:ea typeface="Hubot Sans"/>
                <a:cs typeface="Hubot Sans"/>
              </a:defRPr>
            </a:lvl1pPr>
            <a:lvl2pPr>
              <a:defRPr sz="2550">
                <a:solidFill>
                  <a:srgbClr val="000000"/>
                </a:solidFill>
                <a:latin typeface="Hubot Sans"/>
                <a:ea typeface="Hubot Sans"/>
                <a:cs typeface="Hubot Sans"/>
              </a:defRPr>
            </a:lvl2pPr>
            <a:lvl3pPr>
              <a:defRPr sz="2550">
                <a:solidFill>
                  <a:srgbClr val="000000"/>
                </a:solidFill>
                <a:latin typeface="Hubot Sans"/>
                <a:ea typeface="Hubot Sans"/>
                <a:cs typeface="Hubot Sans"/>
              </a:defRPr>
            </a:lvl3pPr>
            <a:lvl4pPr>
              <a:defRPr sz="2550">
                <a:solidFill>
                  <a:srgbClr val="000000"/>
                </a:solidFill>
                <a:latin typeface="Hubot Sans"/>
                <a:ea typeface="Hubot Sans"/>
                <a:cs typeface="Hubot Sans"/>
              </a:defRPr>
            </a:lvl4pPr>
            <a:lvl5pPr>
              <a:defRPr sz="2550">
                <a:solidFill>
                  <a:srgbClr val="000000"/>
                </a:solidFill>
                <a:latin typeface="Hubot Sans"/>
                <a:ea typeface="Hubot Sans"/>
                <a:cs typeface="Hubot Sans"/>
              </a:defRPr>
            </a:lvl5pPr>
            <a:lvl6pPr>
              <a:defRPr sz="2550">
                <a:solidFill>
                  <a:srgbClr val="000000"/>
                </a:solidFill>
                <a:latin typeface="Hubot Sans"/>
                <a:ea typeface="Hubot Sans"/>
                <a:cs typeface="Hubot Sans"/>
              </a:defRPr>
            </a:lvl6pPr>
            <a:lvl7pPr>
              <a:defRPr sz="2550">
                <a:solidFill>
                  <a:srgbClr val="000000"/>
                </a:solidFill>
                <a:latin typeface="Hubot Sans"/>
                <a:ea typeface="Hubot Sans"/>
                <a:cs typeface="Hubot Sans"/>
              </a:defRPr>
            </a:lvl7pPr>
            <a:lvl8pPr>
              <a:defRPr sz="2550">
                <a:solidFill>
                  <a:srgbClr val="000000"/>
                </a:solidFill>
                <a:latin typeface="Hubot Sans"/>
                <a:ea typeface="Hubot Sans"/>
                <a:cs typeface="Hubot Sans"/>
              </a:defRPr>
            </a:lvl8pPr>
            <a:lvl9pPr>
              <a:defRPr sz="255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2550">
                <a:solidFill>
                  <a:srgbClr val="000000"/>
                </a:solidFill>
                <a:latin typeface="Hubot Sans"/>
                <a:ea typeface="Hubot Sans"/>
                <a:cs typeface="Hubot Sans"/>
              </a:defRPr>
            </a:pPr>
            <a:r>
              <a:rPr sz="2550">
                <a:solidFill>
                  <a:srgbClr val="000000"/>
                </a:solidFill>
                <a:latin typeface="Hubot Sans"/>
                <a:ea typeface="Hubot Sans"/>
                <a:cs typeface="Hubot Sans"/>
              </a:rPr>
              <a:t>02</a:t>
            </a:r>
            <a:endParaRPr/>
          </a:p>
        </p:txBody>
      </p:sp>
      <p:sp>
        <p:nvSpPr>
          <p:cNvPr id="209" name="Google Shape;209;p31">
            <a:extLst xmlns:a="http://schemas.openxmlformats.org/drawingml/2006/main">
              <a:ext uri="{FF2B5EF4-FFF2-40B4-BE49-F238E27FC236}">
                <a16:creationId xmlns:a16="http://schemas.microsoft.com/office/drawing/2014/main" id="{054DF551-EFEA-402A-97BE-48DCDA3A96A4}"/>
              </a:ext>
            </a:extLst>
          </p:cNvPr>
          <p:cNvSpPr>
            <a:spLocks xmlns:a="http://schemas.openxmlformats.org/drawingml/2006/main" noGrp="1"/>
          </p:cNvSpPr>
          <p:nvPr>
            <p:ph type="title" idx="5"/>
          </p:nvPr>
        </p:nvSpPr>
        <p:spPr>
          <a:xfrm xmlns:a="http://schemas.openxmlformats.org/drawingml/2006/main">
            <a:off x="6061210" y="1996167"/>
            <a:ext cx="909900" cy="554100"/>
          </a:xfrm>
          <a:prstGeom xmlns:a="http://schemas.openxmlformats.org/drawingml/2006/main" prst="rect">
            <a:avLst/>
          </a:prstGeom>
        </p:spPr>
        <p:txBody>
          <a:bodyPr xmlns:a="http://schemas.openxmlformats.org/drawingml/2006/main" spcFirstLastPara="1" wrap="square" lIns="0" tIns="0" rIns="0" bIns="0" anchor="b">
            <a:noAutofit/>
          </a:bodyPr>
          <a:lstStyle xmlns:a="http://schemas.openxmlformats.org/drawingml/2006/main">
            <a:defPPr>
              <a:defRPr sz="2550">
                <a:solidFill>
                  <a:srgbClr val="000000"/>
                </a:solidFill>
                <a:latin typeface="Hubot Sans"/>
                <a:ea typeface="Hubot Sans"/>
                <a:cs typeface="Hubot Sans"/>
              </a:defRPr>
            </a:defPPr>
            <a:lvl1pPr>
              <a:defRPr sz="2550">
                <a:solidFill>
                  <a:srgbClr val="000000"/>
                </a:solidFill>
                <a:latin typeface="Hubot Sans"/>
                <a:ea typeface="Hubot Sans"/>
                <a:cs typeface="Hubot Sans"/>
              </a:defRPr>
            </a:lvl1pPr>
            <a:lvl2pPr>
              <a:defRPr sz="2550">
                <a:solidFill>
                  <a:srgbClr val="000000"/>
                </a:solidFill>
                <a:latin typeface="Hubot Sans"/>
                <a:ea typeface="Hubot Sans"/>
                <a:cs typeface="Hubot Sans"/>
              </a:defRPr>
            </a:lvl2pPr>
            <a:lvl3pPr>
              <a:defRPr sz="2550">
                <a:solidFill>
                  <a:srgbClr val="000000"/>
                </a:solidFill>
                <a:latin typeface="Hubot Sans"/>
                <a:ea typeface="Hubot Sans"/>
                <a:cs typeface="Hubot Sans"/>
              </a:defRPr>
            </a:lvl3pPr>
            <a:lvl4pPr>
              <a:defRPr sz="2550">
                <a:solidFill>
                  <a:srgbClr val="000000"/>
                </a:solidFill>
                <a:latin typeface="Hubot Sans"/>
                <a:ea typeface="Hubot Sans"/>
                <a:cs typeface="Hubot Sans"/>
              </a:defRPr>
            </a:lvl4pPr>
            <a:lvl5pPr>
              <a:defRPr sz="2550">
                <a:solidFill>
                  <a:srgbClr val="000000"/>
                </a:solidFill>
                <a:latin typeface="Hubot Sans"/>
                <a:ea typeface="Hubot Sans"/>
                <a:cs typeface="Hubot Sans"/>
              </a:defRPr>
            </a:lvl5pPr>
            <a:lvl6pPr>
              <a:defRPr sz="2550">
                <a:solidFill>
                  <a:srgbClr val="000000"/>
                </a:solidFill>
                <a:latin typeface="Hubot Sans"/>
                <a:ea typeface="Hubot Sans"/>
                <a:cs typeface="Hubot Sans"/>
              </a:defRPr>
            </a:lvl6pPr>
            <a:lvl7pPr>
              <a:defRPr sz="2550">
                <a:solidFill>
                  <a:srgbClr val="000000"/>
                </a:solidFill>
                <a:latin typeface="Hubot Sans"/>
                <a:ea typeface="Hubot Sans"/>
                <a:cs typeface="Hubot Sans"/>
              </a:defRPr>
            </a:lvl7pPr>
            <a:lvl8pPr>
              <a:defRPr sz="2550">
                <a:solidFill>
                  <a:srgbClr val="000000"/>
                </a:solidFill>
                <a:latin typeface="Hubot Sans"/>
                <a:ea typeface="Hubot Sans"/>
                <a:cs typeface="Hubot Sans"/>
              </a:defRPr>
            </a:lvl8pPr>
            <a:lvl9pPr>
              <a:defRPr sz="255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2550">
                <a:solidFill>
                  <a:srgbClr val="000000"/>
                </a:solidFill>
                <a:latin typeface="Hubot Sans"/>
                <a:ea typeface="Hubot Sans"/>
                <a:cs typeface="Hubot Sans"/>
              </a:defRPr>
            </a:pPr>
            <a:r>
              <a:rPr sz="2550">
                <a:solidFill>
                  <a:srgbClr val="000000"/>
                </a:solidFill>
                <a:latin typeface="Hubot Sans"/>
                <a:ea typeface="Hubot Sans"/>
                <a:cs typeface="Hubot Sans"/>
              </a:rPr>
              <a:t>05</a:t>
            </a:r>
            <a:endParaRPr/>
          </a:p>
        </p:txBody>
      </p:sp>
      <p:sp>
        <p:nvSpPr>
          <p:cNvPr id="210" name="Google Shape;210;p31">
            <a:extLst xmlns:a="http://schemas.openxmlformats.org/drawingml/2006/main">
              <a:ext uri="{FF2B5EF4-FFF2-40B4-BE49-F238E27FC236}">
                <a16:creationId xmlns:a16="http://schemas.microsoft.com/office/drawing/2014/main" id="{DEA7C412-7768-4522-9F16-4F304AA3D056}"/>
              </a:ext>
            </a:extLst>
          </p:cNvPr>
          <p:cNvSpPr>
            <a:spLocks xmlns:a="http://schemas.openxmlformats.org/drawingml/2006/main" noGrp="1"/>
          </p:cNvSpPr>
          <p:nvPr>
            <p:ph type="title" idx="6"/>
          </p:nvPr>
        </p:nvSpPr>
        <p:spPr>
          <a:xfrm xmlns:a="http://schemas.openxmlformats.org/drawingml/2006/main">
            <a:off x="3207000" y="3494859"/>
            <a:ext cx="909900" cy="554100"/>
          </a:xfrm>
          <a:prstGeom xmlns:a="http://schemas.openxmlformats.org/drawingml/2006/main" prst="rect">
            <a:avLst/>
          </a:prstGeom>
        </p:spPr>
        <p:txBody>
          <a:bodyPr xmlns:a="http://schemas.openxmlformats.org/drawingml/2006/main" spcFirstLastPara="1" wrap="square" lIns="0" tIns="0" rIns="0" bIns="0" anchor="b">
            <a:noAutofit/>
          </a:bodyPr>
          <a:lstStyle xmlns:a="http://schemas.openxmlformats.org/drawingml/2006/main">
            <a:defPPr>
              <a:defRPr sz="2550">
                <a:solidFill>
                  <a:srgbClr val="000000"/>
                </a:solidFill>
                <a:latin typeface="Hubot Sans"/>
                <a:ea typeface="Hubot Sans"/>
                <a:cs typeface="Hubot Sans"/>
              </a:defRPr>
            </a:defPPr>
            <a:lvl1pPr>
              <a:defRPr sz="2550">
                <a:solidFill>
                  <a:srgbClr val="000000"/>
                </a:solidFill>
                <a:latin typeface="Hubot Sans"/>
                <a:ea typeface="Hubot Sans"/>
                <a:cs typeface="Hubot Sans"/>
              </a:defRPr>
            </a:lvl1pPr>
            <a:lvl2pPr>
              <a:defRPr sz="2550">
                <a:solidFill>
                  <a:srgbClr val="000000"/>
                </a:solidFill>
                <a:latin typeface="Hubot Sans"/>
                <a:ea typeface="Hubot Sans"/>
                <a:cs typeface="Hubot Sans"/>
              </a:defRPr>
            </a:lvl2pPr>
            <a:lvl3pPr>
              <a:defRPr sz="2550">
                <a:solidFill>
                  <a:srgbClr val="000000"/>
                </a:solidFill>
                <a:latin typeface="Hubot Sans"/>
                <a:ea typeface="Hubot Sans"/>
                <a:cs typeface="Hubot Sans"/>
              </a:defRPr>
            </a:lvl3pPr>
            <a:lvl4pPr>
              <a:defRPr sz="2550">
                <a:solidFill>
                  <a:srgbClr val="000000"/>
                </a:solidFill>
                <a:latin typeface="Hubot Sans"/>
                <a:ea typeface="Hubot Sans"/>
                <a:cs typeface="Hubot Sans"/>
              </a:defRPr>
            </a:lvl4pPr>
            <a:lvl5pPr>
              <a:defRPr sz="2550">
                <a:solidFill>
                  <a:srgbClr val="000000"/>
                </a:solidFill>
                <a:latin typeface="Hubot Sans"/>
                <a:ea typeface="Hubot Sans"/>
                <a:cs typeface="Hubot Sans"/>
              </a:defRPr>
            </a:lvl5pPr>
            <a:lvl6pPr>
              <a:defRPr sz="2550">
                <a:solidFill>
                  <a:srgbClr val="000000"/>
                </a:solidFill>
                <a:latin typeface="Hubot Sans"/>
                <a:ea typeface="Hubot Sans"/>
                <a:cs typeface="Hubot Sans"/>
              </a:defRPr>
            </a:lvl6pPr>
            <a:lvl7pPr>
              <a:defRPr sz="2550">
                <a:solidFill>
                  <a:srgbClr val="000000"/>
                </a:solidFill>
                <a:latin typeface="Hubot Sans"/>
                <a:ea typeface="Hubot Sans"/>
                <a:cs typeface="Hubot Sans"/>
              </a:defRPr>
            </a:lvl7pPr>
            <a:lvl8pPr>
              <a:defRPr sz="2550">
                <a:solidFill>
                  <a:srgbClr val="000000"/>
                </a:solidFill>
                <a:latin typeface="Hubot Sans"/>
                <a:ea typeface="Hubot Sans"/>
                <a:cs typeface="Hubot Sans"/>
              </a:defRPr>
            </a:lvl8pPr>
            <a:lvl9pPr>
              <a:defRPr sz="255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2550">
                <a:solidFill>
                  <a:srgbClr val="000000"/>
                </a:solidFill>
                <a:latin typeface="Hubot Sans"/>
                <a:ea typeface="Hubot Sans"/>
                <a:cs typeface="Hubot Sans"/>
              </a:defRPr>
            </a:pPr>
            <a:r>
              <a:rPr sz="2550">
                <a:solidFill>
                  <a:srgbClr val="000000"/>
                </a:solidFill>
                <a:latin typeface="Hubot Sans"/>
                <a:ea typeface="Hubot Sans"/>
                <a:cs typeface="Hubot Sans"/>
              </a:rPr>
              <a:t>03</a:t>
            </a:r>
            <a:endParaRPr/>
          </a:p>
        </p:txBody>
      </p:sp>
      <p:sp>
        <p:nvSpPr>
          <p:cNvPr id="211" name="Google Shape;211;p31">
            <a:extLst xmlns:a="http://schemas.openxmlformats.org/drawingml/2006/main">
              <a:ext uri="{FF2B5EF4-FFF2-40B4-BE49-F238E27FC236}">
                <a16:creationId xmlns:a16="http://schemas.microsoft.com/office/drawing/2014/main" id="{86B7EC3C-62FE-4D38-B83C-3498018238A6}"/>
              </a:ext>
            </a:extLst>
          </p:cNvPr>
          <p:cNvSpPr>
            <a:spLocks xmlns:a="http://schemas.openxmlformats.org/drawingml/2006/main" noGrp="1"/>
          </p:cNvSpPr>
          <p:nvPr>
            <p:ph type="title" idx="7"/>
          </p:nvPr>
        </p:nvSpPr>
        <p:spPr>
          <a:xfrm xmlns:a="http://schemas.openxmlformats.org/drawingml/2006/main">
            <a:off x="6061210" y="3494859"/>
            <a:ext cx="909900" cy="554100"/>
          </a:xfrm>
          <a:prstGeom xmlns:a="http://schemas.openxmlformats.org/drawingml/2006/main" prst="rect">
            <a:avLst/>
          </a:prstGeom>
        </p:spPr>
        <p:txBody>
          <a:bodyPr xmlns:a="http://schemas.openxmlformats.org/drawingml/2006/main" spcFirstLastPara="1" wrap="square" lIns="0" tIns="0" rIns="0" bIns="0" anchor="b">
            <a:noAutofit/>
          </a:bodyPr>
          <a:lstStyle xmlns:a="http://schemas.openxmlformats.org/drawingml/2006/main">
            <a:defPPr>
              <a:defRPr sz="2550">
                <a:solidFill>
                  <a:srgbClr val="000000"/>
                </a:solidFill>
                <a:latin typeface="Hubot Sans"/>
                <a:ea typeface="Hubot Sans"/>
                <a:cs typeface="Hubot Sans"/>
              </a:defRPr>
            </a:defPPr>
            <a:lvl1pPr>
              <a:defRPr sz="2550">
                <a:solidFill>
                  <a:srgbClr val="000000"/>
                </a:solidFill>
                <a:latin typeface="Hubot Sans"/>
                <a:ea typeface="Hubot Sans"/>
                <a:cs typeface="Hubot Sans"/>
              </a:defRPr>
            </a:lvl1pPr>
            <a:lvl2pPr>
              <a:defRPr sz="2550">
                <a:solidFill>
                  <a:srgbClr val="000000"/>
                </a:solidFill>
                <a:latin typeface="Hubot Sans"/>
                <a:ea typeface="Hubot Sans"/>
                <a:cs typeface="Hubot Sans"/>
              </a:defRPr>
            </a:lvl2pPr>
            <a:lvl3pPr>
              <a:defRPr sz="2550">
                <a:solidFill>
                  <a:srgbClr val="000000"/>
                </a:solidFill>
                <a:latin typeface="Hubot Sans"/>
                <a:ea typeface="Hubot Sans"/>
                <a:cs typeface="Hubot Sans"/>
              </a:defRPr>
            </a:lvl3pPr>
            <a:lvl4pPr>
              <a:defRPr sz="2550">
                <a:solidFill>
                  <a:srgbClr val="000000"/>
                </a:solidFill>
                <a:latin typeface="Hubot Sans"/>
                <a:ea typeface="Hubot Sans"/>
                <a:cs typeface="Hubot Sans"/>
              </a:defRPr>
            </a:lvl4pPr>
            <a:lvl5pPr>
              <a:defRPr sz="2550">
                <a:solidFill>
                  <a:srgbClr val="000000"/>
                </a:solidFill>
                <a:latin typeface="Hubot Sans"/>
                <a:ea typeface="Hubot Sans"/>
                <a:cs typeface="Hubot Sans"/>
              </a:defRPr>
            </a:lvl5pPr>
            <a:lvl6pPr>
              <a:defRPr sz="2550">
                <a:solidFill>
                  <a:srgbClr val="000000"/>
                </a:solidFill>
                <a:latin typeface="Hubot Sans"/>
                <a:ea typeface="Hubot Sans"/>
                <a:cs typeface="Hubot Sans"/>
              </a:defRPr>
            </a:lvl6pPr>
            <a:lvl7pPr>
              <a:defRPr sz="2550">
                <a:solidFill>
                  <a:srgbClr val="000000"/>
                </a:solidFill>
                <a:latin typeface="Hubot Sans"/>
                <a:ea typeface="Hubot Sans"/>
                <a:cs typeface="Hubot Sans"/>
              </a:defRPr>
            </a:lvl7pPr>
            <a:lvl8pPr>
              <a:defRPr sz="2550">
                <a:solidFill>
                  <a:srgbClr val="000000"/>
                </a:solidFill>
                <a:latin typeface="Hubot Sans"/>
                <a:ea typeface="Hubot Sans"/>
                <a:cs typeface="Hubot Sans"/>
              </a:defRPr>
            </a:lvl8pPr>
            <a:lvl9pPr>
              <a:defRPr sz="255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2550">
                <a:solidFill>
                  <a:srgbClr val="000000"/>
                </a:solidFill>
                <a:latin typeface="Hubot Sans"/>
                <a:ea typeface="Hubot Sans"/>
                <a:cs typeface="Hubot Sans"/>
              </a:defRPr>
            </a:pPr>
            <a:r>
              <a:rPr sz="2550">
                <a:solidFill>
                  <a:srgbClr val="000000"/>
                </a:solidFill>
                <a:latin typeface="Hubot Sans"/>
                <a:ea typeface="Hubot Sans"/>
                <a:cs typeface="Hubot Sans"/>
              </a:rPr>
              <a:t>06</a:t>
            </a:r>
            <a:endParaRPr/>
          </a:p>
        </p:txBody>
      </p:sp>
      <p:sp>
        <p:nvSpPr>
          <p:cNvPr id="212" name="Google Shape;212;p31">
            <a:extLst xmlns:a="http://schemas.openxmlformats.org/drawingml/2006/main">
              <a:ext uri="{FF2B5EF4-FFF2-40B4-BE49-F238E27FC236}">
                <a16:creationId xmlns:a16="http://schemas.microsoft.com/office/drawing/2014/main" id="{F9C0077C-2512-4385-9F47-99D8C676B3D8}"/>
              </a:ext>
            </a:extLst>
          </p:cNvPr>
          <p:cNvSpPr>
            <a:spLocks xmlns:a="http://schemas.openxmlformats.org/drawingml/2006/main" noGrp="1"/>
          </p:cNvSpPr>
          <p:nvPr>
            <p:ph type="subTitle" idx="1"/>
          </p:nvPr>
        </p:nvSpPr>
        <p:spPr>
          <a:xfrm xmlns:a="http://schemas.openxmlformats.org/drawingml/2006/main">
            <a:off x="3207000" y="975383"/>
            <a:ext cx="2667000" cy="8382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BÀI TOÁN VÀ DỮ LIỆU</a:t>
            </a:r>
            <a:endParaRPr/>
          </a:p>
        </p:txBody>
      </p:sp>
      <p:sp>
        <p:nvSpPr>
          <p:cNvPr id="213" name="Google Shape;213;p31">
            <a:extLst xmlns:a="http://schemas.openxmlformats.org/drawingml/2006/main">
              <a:ext uri="{FF2B5EF4-FFF2-40B4-BE49-F238E27FC236}">
                <a16:creationId xmlns:a16="http://schemas.microsoft.com/office/drawing/2014/main" id="{99D24885-CBF3-415E-8AE7-8FB4A8EDCC92}"/>
              </a:ext>
            </a:extLst>
          </p:cNvPr>
          <p:cNvSpPr>
            <a:spLocks xmlns:a="http://schemas.openxmlformats.org/drawingml/2006/main" noGrp="1"/>
          </p:cNvSpPr>
          <p:nvPr>
            <p:ph type="subTitle" idx="8"/>
          </p:nvPr>
        </p:nvSpPr>
        <p:spPr>
          <a:xfrm xmlns:a="http://schemas.openxmlformats.org/drawingml/2006/main">
            <a:off x="3207000" y="2472154"/>
            <a:ext cx="2667000" cy="8382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QUY TRÌNH XỬ LÝ</a:t>
            </a:r>
            <a:endParaRPr/>
          </a:p>
        </p:txBody>
      </p:sp>
      <p:sp>
        <p:nvSpPr>
          <p:cNvPr id="214" name="Google Shape;214;p31">
            <a:extLst xmlns:a="http://schemas.openxmlformats.org/drawingml/2006/main">
              <a:ext uri="{FF2B5EF4-FFF2-40B4-BE49-F238E27FC236}">
                <a16:creationId xmlns:a16="http://schemas.microsoft.com/office/drawing/2014/main" id="{43D8A066-F777-415C-8D90-580284EEEA72}"/>
              </a:ext>
            </a:extLst>
          </p:cNvPr>
          <p:cNvSpPr>
            <a:spLocks xmlns:a="http://schemas.openxmlformats.org/drawingml/2006/main" noGrp="1"/>
          </p:cNvSpPr>
          <p:nvPr>
            <p:ph type="subTitle" idx="9"/>
          </p:nvPr>
        </p:nvSpPr>
        <p:spPr>
          <a:xfrm xmlns:a="http://schemas.openxmlformats.org/drawingml/2006/main">
            <a:off x="3207000" y="3968925"/>
            <a:ext cx="2667000" cy="8382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SO SÁNH TRƯỚC VÀ SAU</a:t>
            </a:r>
            <a:endParaRPr/>
          </a:p>
        </p:txBody>
      </p:sp>
      <p:sp>
        <p:nvSpPr>
          <p:cNvPr id="215" name="Google Shape;215;p31">
            <a:extLst xmlns:a="http://schemas.openxmlformats.org/drawingml/2006/main">
              <a:ext uri="{FF2B5EF4-FFF2-40B4-BE49-F238E27FC236}">
                <a16:creationId xmlns:a16="http://schemas.microsoft.com/office/drawing/2014/main" id="{6B695D33-5710-43C4-81D0-348D92595F09}"/>
              </a:ext>
            </a:extLst>
          </p:cNvPr>
          <p:cNvSpPr>
            <a:spLocks xmlns:a="http://schemas.openxmlformats.org/drawingml/2006/main" noGrp="1"/>
          </p:cNvSpPr>
          <p:nvPr>
            <p:ph type="subTitle" idx="13"/>
          </p:nvPr>
        </p:nvSpPr>
        <p:spPr>
          <a:xfrm xmlns:a="http://schemas.openxmlformats.org/drawingml/2006/main">
            <a:off x="6061210" y="975433"/>
            <a:ext cx="2667000" cy="8382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ĐÁNH GIÁ BẰNG PSNR</a:t>
            </a:r>
            <a:endParaRPr/>
          </a:p>
        </p:txBody>
      </p:sp>
      <p:sp>
        <p:nvSpPr>
          <p:cNvPr id="216" name="Google Shape;216;p31">
            <a:extLst xmlns:a="http://schemas.openxmlformats.org/drawingml/2006/main">
              <a:ext uri="{FF2B5EF4-FFF2-40B4-BE49-F238E27FC236}">
                <a16:creationId xmlns:a16="http://schemas.microsoft.com/office/drawing/2014/main" id="{A22E2E2C-A7C8-4D3E-BA23-0B9E8BDD76CC}"/>
              </a:ext>
            </a:extLst>
          </p:cNvPr>
          <p:cNvSpPr>
            <a:spLocks xmlns:a="http://schemas.openxmlformats.org/drawingml/2006/main" noGrp="1"/>
          </p:cNvSpPr>
          <p:nvPr>
            <p:ph type="subTitle" idx="14"/>
          </p:nvPr>
        </p:nvSpPr>
        <p:spPr>
          <a:xfrm xmlns:a="http://schemas.openxmlformats.org/drawingml/2006/main">
            <a:off x="6061210" y="2472179"/>
            <a:ext cx="2667000" cy="8382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DEMO CHƯƠNG TRÌNH</a:t>
            </a:r>
            <a:endParaRPr/>
          </a:p>
        </p:txBody>
      </p:sp>
      <p:sp>
        <p:nvSpPr>
          <p:cNvPr id="217" name="Google Shape;217;p31">
            <a:extLst xmlns:a="http://schemas.openxmlformats.org/drawingml/2006/main">
              <a:ext uri="{FF2B5EF4-FFF2-40B4-BE49-F238E27FC236}">
                <a16:creationId xmlns:a16="http://schemas.microsoft.com/office/drawing/2014/main" id="{77B78816-7A31-41E4-A1D1-EDD3206DB391}"/>
              </a:ext>
            </a:extLst>
          </p:cNvPr>
          <p:cNvSpPr>
            <a:spLocks xmlns:a="http://schemas.openxmlformats.org/drawingml/2006/main" noGrp="1"/>
          </p:cNvSpPr>
          <p:nvPr>
            <p:ph type="subTitle" idx="15"/>
          </p:nvPr>
        </p:nvSpPr>
        <p:spPr>
          <a:xfrm xmlns:a="http://schemas.openxmlformats.org/drawingml/2006/main">
            <a:off x="6061210" y="3968925"/>
            <a:ext cx="2667000" cy="8382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GIỚI HẠN VÀ HƯỚNG TIẾP</a:t>
            </a:r>
            <a:endParaRPr/>
          </a:p>
        </p:txBody>
      </p:sp>
    </p:spTree>
    <p:extLst>
      <p:ext uri="{BB962C8B-B14F-4D97-AF65-F5344CB8AC3E}">
        <p14:creationId xmlns:p14="http://schemas.microsoft.com/office/powerpoint/2010/main" val="214324312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22" name="Google Shape;222;p32">
            <a:extLst xmlns:a="http://schemas.openxmlformats.org/drawingml/2006/main">
              <a:ext uri="{FF2B5EF4-FFF2-40B4-BE49-F238E27FC236}">
                <a16:creationId xmlns:a16="http://schemas.microsoft.com/office/drawing/2014/main" id="{ED4A19D2-2F89-4E77-A885-49D1FEF0B549}"/>
              </a:ext>
            </a:extLst>
          </p:cNvPr>
          <p:cNvSpPr>
            <a:spLocks xmlns:a="http://schemas.openxmlformats.org/drawingml/2006/main" noGrp="1"/>
          </p:cNvSpPr>
          <p:nvPr>
            <p:ph type="title" idx="0"/>
          </p:nvPr>
        </p:nvSpPr>
        <p:spPr>
          <a:xfrm xmlns:a="http://schemas.openxmlformats.org/drawingml/2006/main">
            <a:off x="228600" y="742950"/>
            <a:ext cx="4476750" cy="8763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2550" b="0">
                <a:solidFill>
                  <a:srgbClr val="000000"/>
                </a:solidFill>
                <a:latin typeface="Hubot Sans"/>
                <a:ea typeface="Hubot Sans"/>
                <a:cs typeface="Hubot Sans"/>
              </a:defRPr>
            </a:defPPr>
            <a:lvl1pPr algn="l">
              <a:defRPr sz="2550" b="0">
                <a:solidFill>
                  <a:srgbClr val="000000"/>
                </a:solidFill>
                <a:latin typeface="Hubot Sans"/>
                <a:ea typeface="Hubot Sans"/>
                <a:cs typeface="Hubot Sans"/>
              </a:defRPr>
            </a:lvl1pPr>
            <a:lvl2pPr algn="l">
              <a:defRPr sz="2550" b="0">
                <a:solidFill>
                  <a:srgbClr val="000000"/>
                </a:solidFill>
                <a:latin typeface="Hubot Sans"/>
                <a:ea typeface="Hubot Sans"/>
                <a:cs typeface="Hubot Sans"/>
              </a:defRPr>
            </a:lvl2pPr>
            <a:lvl3pPr algn="l">
              <a:defRPr sz="2550" b="0">
                <a:solidFill>
                  <a:srgbClr val="000000"/>
                </a:solidFill>
                <a:latin typeface="Hubot Sans"/>
                <a:ea typeface="Hubot Sans"/>
                <a:cs typeface="Hubot Sans"/>
              </a:defRPr>
            </a:lvl3pPr>
            <a:lvl4pPr algn="l">
              <a:defRPr sz="2550" b="0">
                <a:solidFill>
                  <a:srgbClr val="000000"/>
                </a:solidFill>
                <a:latin typeface="Hubot Sans"/>
                <a:ea typeface="Hubot Sans"/>
                <a:cs typeface="Hubot Sans"/>
              </a:defRPr>
            </a:lvl4pPr>
            <a:lvl5pPr algn="l">
              <a:defRPr sz="2550" b="0">
                <a:solidFill>
                  <a:srgbClr val="000000"/>
                </a:solidFill>
                <a:latin typeface="Hubot Sans"/>
                <a:ea typeface="Hubot Sans"/>
                <a:cs typeface="Hubot Sans"/>
              </a:defRPr>
            </a:lvl5pPr>
            <a:lvl6pPr algn="l">
              <a:defRPr sz="2550" b="0">
                <a:solidFill>
                  <a:srgbClr val="000000"/>
                </a:solidFill>
                <a:latin typeface="Hubot Sans"/>
                <a:ea typeface="Hubot Sans"/>
                <a:cs typeface="Hubot Sans"/>
              </a:defRPr>
            </a:lvl6pPr>
            <a:lvl7pPr algn="l">
              <a:defRPr sz="2550" b="0">
                <a:solidFill>
                  <a:srgbClr val="000000"/>
                </a:solidFill>
                <a:latin typeface="Hubot Sans"/>
                <a:ea typeface="Hubot Sans"/>
                <a:cs typeface="Hubot Sans"/>
              </a:defRPr>
            </a:lvl7pPr>
            <a:lvl8pPr algn="l">
              <a:defRPr sz="2550" b="0">
                <a:solidFill>
                  <a:srgbClr val="000000"/>
                </a:solidFill>
                <a:latin typeface="Hubot Sans"/>
                <a:ea typeface="Hubot Sans"/>
                <a:cs typeface="Hubot Sans"/>
              </a:defRPr>
            </a:lvl8pPr>
            <a:lvl9pPr algn="l">
              <a:defRPr sz="2550" b="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2550" b="0">
                <a:solidFill>
                  <a:srgbClr val="000000"/>
                </a:solidFill>
                <a:latin typeface="Hubot Sans"/>
                <a:ea typeface="Hubot Sans"/>
                <a:cs typeface="Hubot Sans"/>
              </a:defRPr>
            </a:pPr>
            <a:r>
              <a:rPr sz="2550" b="0">
                <a:solidFill>
                  <a:srgbClr val="000000"/>
                </a:solidFill>
                <a:latin typeface="Hubot Sans"/>
                <a:ea typeface="Hubot Sans"/>
                <a:cs typeface="Hubot Sans"/>
              </a:rPr>
              <a:t>BÀI TOÁN ẢNH MẮT</a:t>
            </a:r>
            <a:endParaRPr/>
          </a:p>
        </p:txBody>
      </p:sp>
      <p:pic>
        <p:nvPicPr>
          <p:cNvPr id="224" name="Google Shape;224;p32">
            <a:extLst xmlns:a="http://schemas.openxmlformats.org/drawingml/2006/main">
              <a:ext uri="{FF2B5EF4-FFF2-40B4-BE49-F238E27FC236}">
                <a16:creationId xmlns:a16="http://schemas.microsoft.com/office/drawing/2014/main" id="{6E1B2A5C-1192-418C-95A9-719A73D51DE4}"/>
              </a:ext>
            </a:extLst>
          </p:cNvPr>
          <p:cNvPicPr>
            <a:picLocks xmlns:a="http://schemas.openxmlformats.org/drawingml/2006/main" noChangeAspect="1"/>
          </p:cNvPicPr>
          <p:nvPr>
            <p:ph type="pic" idx="2"/>
          </p:nvPr>
        </p:nvPicPr>
        <p:blipFill rotWithShape="1">
          <a:blip xmlns:r="http://schemas.openxmlformats.org/officeDocument/2006/relationships" xmlns:a="http://schemas.openxmlformats.org/drawingml/2006/main" r:embed="Reb343da14ea3483c">
            <a:alphaModFix/>
          </a:blip>
          <a:srcRect xmlns:a="http://schemas.openxmlformats.org/drawingml/2006/main" l="0" t="0" r="0" b="0"/>
          <a:stretch xmlns:a="http://schemas.openxmlformats.org/drawingml/2006/main"/>
        </p:blipFill>
        <p:spPr>
          <a:xfrm xmlns:a="http://schemas.openxmlformats.org/drawingml/2006/main">
            <a:off x="4905375" y="1619250"/>
            <a:ext cx="4000500" cy="2250281"/>
          </a:xfrm>
          <a:prstGeom xmlns:a="http://schemas.openxmlformats.org/drawingml/2006/main" prst="rect">
            <a:avLst/>
          </a:prstGeom>
        </p:spPr>
      </p:pic>
      <p:sp>
        <p:nvSpPr>
          <p:cNvPr id="225" name="Sáng không đều và phản xạ trên giác mạc.  Mí mắt, lông mi là">
            <a:extLst xmlns:a="http://schemas.openxmlformats.org/drawingml/2006/main">
              <a:ext uri="{FF2B5EF4-FFF2-40B4-BE49-F238E27FC236}">
                <a16:creationId xmlns:a16="http://schemas.microsoft.com/office/drawing/2014/main" id="{969B0A9E-BA34-4A8D-90A4-ACC846336E65}"/>
              </a:ext>
            </a:extLst>
          </p:cNvPr>
          <p:cNvSpPr>
            <a:spLocks xmlns:a="http://schemas.openxmlformats.org/drawingml/2006/main" noGrp="1"/>
          </p:cNvSpPr>
          <p:nvPr/>
        </p:nvSpPr>
        <p:spPr>
          <a:xfrm xmlns:a="http://schemas.openxmlformats.org/drawingml/2006/main">
            <a:off x="228600" y="1857375"/>
            <a:ext cx="42862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Work Sans"/>
                <a:ea typeface="Work Sans"/>
                <a:cs typeface="Work Sans"/>
              </a:defRPr>
            </a:defPPr>
            <a:lvl1pPr algn="l">
              <a:defRPr sz="1800" b="0">
                <a:solidFill>
                  <a:srgbClr val="000000"/>
                </a:solidFill>
                <a:latin typeface="Work Sans"/>
                <a:ea typeface="Work Sans"/>
                <a:cs typeface="Work Sans"/>
              </a:defRPr>
            </a:lvl1pPr>
            <a:lvl2pPr algn="l">
              <a:defRPr sz="1800" b="0">
                <a:solidFill>
                  <a:srgbClr val="000000"/>
                </a:solidFill>
                <a:latin typeface="Work Sans"/>
                <a:ea typeface="Work Sans"/>
                <a:cs typeface="Work Sans"/>
              </a:defRPr>
            </a:lvl2pPr>
            <a:lvl3pPr algn="l">
              <a:defRPr sz="1800" b="0">
                <a:solidFill>
                  <a:srgbClr val="000000"/>
                </a:solidFill>
                <a:latin typeface="Work Sans"/>
                <a:ea typeface="Work Sans"/>
                <a:cs typeface="Work Sans"/>
              </a:defRPr>
            </a:lvl3pPr>
            <a:lvl4pPr algn="l">
              <a:defRPr sz="1800" b="0">
                <a:solidFill>
                  <a:srgbClr val="000000"/>
                </a:solidFill>
                <a:latin typeface="Work Sans"/>
                <a:ea typeface="Work Sans"/>
                <a:cs typeface="Work Sans"/>
              </a:defRPr>
            </a:lvl4pPr>
            <a:lvl5pPr algn="l">
              <a:defRPr sz="1800" b="0">
                <a:solidFill>
                  <a:srgbClr val="000000"/>
                </a:solidFill>
                <a:latin typeface="Work Sans"/>
                <a:ea typeface="Work Sans"/>
                <a:cs typeface="Work Sans"/>
              </a:defRPr>
            </a:lvl5pPr>
            <a:lvl6pPr algn="l">
              <a:defRPr sz="1800" b="0">
                <a:solidFill>
                  <a:srgbClr val="000000"/>
                </a:solidFill>
                <a:latin typeface="Work Sans"/>
                <a:ea typeface="Work Sans"/>
                <a:cs typeface="Work Sans"/>
              </a:defRPr>
            </a:lvl6pPr>
            <a:lvl7pPr algn="l">
              <a:defRPr sz="1800" b="0">
                <a:solidFill>
                  <a:srgbClr val="000000"/>
                </a:solidFill>
                <a:latin typeface="Work Sans"/>
                <a:ea typeface="Work Sans"/>
                <a:cs typeface="Work Sans"/>
              </a:defRPr>
            </a:lvl7pPr>
            <a:lvl8pPr algn="l">
              <a:defRPr sz="1800" b="0">
                <a:solidFill>
                  <a:srgbClr val="000000"/>
                </a:solidFill>
                <a:latin typeface="Work Sans"/>
                <a:ea typeface="Work Sans"/>
                <a:cs typeface="Work Sans"/>
              </a:defRPr>
            </a:lvl8pPr>
            <a:lvl9pPr algn="l">
              <a:defRPr sz="1800" b="0">
                <a:solidFill>
                  <a:srgbClr val="000000"/>
                </a:solidFill>
                <a:latin typeface="Work Sans"/>
                <a:ea typeface="Work Sans"/>
                <a:cs typeface="Work Sans"/>
              </a:defRPr>
            </a:lvl9pPr>
          </a:lstStyle>
          <a:p xmlns:a="http://schemas.openxmlformats.org/drawingml/2006/main">
            <a:pPr algn="l">
              <a:defRPr sz="1800" b="0">
                <a:solidFill>
                  <a:srgbClr val="000000"/>
                </a:solidFill>
                <a:latin typeface="Work Sans"/>
                <a:ea typeface="Work Sans"/>
                <a:cs typeface="Work Sans"/>
              </a:defRPr>
            </a:pPr>
            <a:r>
              <a:rPr sz="1800" b="0">
                <a:solidFill>
                  <a:srgbClr val="000000"/>
                </a:solidFill>
                <a:latin typeface="Work Sans"/>
                <a:ea typeface="Work Sans"/>
                <a:cs typeface="Work Sans"/>
              </a:rPr>
              <a:t>Sáng không đều và phản xạ trên giác mạc.</a:t>
            </a:r>
          </a:p>
          <a:p xmlns:a="http://schemas.openxmlformats.org/drawingml/2006/main">
            <a:r>
              <a:t/>
            </a:r>
          </a:p>
          <a:p xmlns:a="http://schemas.openxmlformats.org/drawingml/2006/main">
            <a:pPr algn="l">
              <a:defRPr sz="1800" b="0">
                <a:solidFill>
                  <a:srgbClr val="000000"/>
                </a:solidFill>
                <a:latin typeface="Work Sans"/>
                <a:ea typeface="Work Sans"/>
                <a:cs typeface="Work Sans"/>
              </a:defRPr>
            </a:pPr>
            <a:r>
              <a:rPr sz="1800" b="0">
                <a:solidFill>
                  <a:srgbClr val="000000"/>
                </a:solidFill>
                <a:latin typeface="Work Sans"/>
                <a:ea typeface="Work Sans"/>
                <a:cs typeface="Work Sans"/>
              </a:rPr>
              <a:t>Mí mắt, lông mi làm thiếu đường biên.</a:t>
            </a:r>
          </a:p>
          <a:p xmlns:a="http://schemas.openxmlformats.org/drawingml/2006/main">
            <a:r>
              <a:t/>
            </a:r>
          </a:p>
          <a:p xmlns:a="http://schemas.openxmlformats.org/drawingml/2006/main">
            <a:pPr algn="l">
              <a:defRPr sz="1800" b="0">
                <a:solidFill>
                  <a:srgbClr val="000000"/>
                </a:solidFill>
                <a:latin typeface="Work Sans"/>
                <a:ea typeface="Work Sans"/>
                <a:cs typeface="Work Sans"/>
              </a:defRPr>
            </a:pPr>
            <a:r>
              <a:rPr sz="1800" b="0">
                <a:solidFill>
                  <a:srgbClr val="000000"/>
                </a:solidFill>
                <a:latin typeface="Work Sans"/>
                <a:ea typeface="Work Sans"/>
                <a:cs typeface="Work Sans"/>
              </a:rPr>
              <a:t>Mục tiêu: cải thiện ảnh và phân đoạn vùng đồng tử.</a:t>
            </a:r>
          </a:p>
        </p:txBody>
      </p:sp>
    </p:spTree>
    <p:extLst>
      <p:ext uri="{BB962C8B-B14F-4D97-AF65-F5344CB8AC3E}">
        <p14:creationId xmlns:p14="http://schemas.microsoft.com/office/powerpoint/2010/main" val="170950867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51" name="Google Shape;251;p36">
            <a:extLst xmlns:a="http://schemas.openxmlformats.org/drawingml/2006/main">
              <a:ext uri="{FF2B5EF4-FFF2-40B4-BE49-F238E27FC236}">
                <a16:creationId xmlns:a16="http://schemas.microsoft.com/office/drawing/2014/main" id="{13A7B8B2-FF35-4BC1-970C-097485384332}"/>
              </a:ext>
            </a:extLst>
          </p:cNvPr>
          <p:cNvSpPr>
            <a:spLocks xmlns:a="http://schemas.openxmlformats.org/drawingml/2006/main" noGrp="1"/>
          </p:cNvSpPr>
          <p:nvPr>
            <p:ph type="title" idx="0"/>
          </p:nvPr>
        </p:nvSpPr>
        <p:spPr>
          <a:xfrm xmlns:a="http://schemas.openxmlformats.org/drawingml/2006/main">
            <a:off x="228600" y="1879050"/>
            <a:ext cx="2762250" cy="13854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2700" b="0">
                <a:solidFill>
                  <a:srgbClr val="000000"/>
                </a:solidFill>
                <a:latin typeface="Hubot Sans"/>
                <a:ea typeface="Hubot Sans"/>
                <a:cs typeface="Hubot Sans"/>
              </a:defRPr>
            </a:defPPr>
            <a:lvl1pPr algn="l">
              <a:defRPr sz="2700" b="0">
                <a:solidFill>
                  <a:srgbClr val="000000"/>
                </a:solidFill>
                <a:latin typeface="Hubot Sans"/>
                <a:ea typeface="Hubot Sans"/>
                <a:cs typeface="Hubot Sans"/>
              </a:defRPr>
            </a:lvl1pPr>
            <a:lvl2pPr algn="l">
              <a:defRPr sz="2700" b="0">
                <a:solidFill>
                  <a:srgbClr val="000000"/>
                </a:solidFill>
                <a:latin typeface="Hubot Sans"/>
                <a:ea typeface="Hubot Sans"/>
                <a:cs typeface="Hubot Sans"/>
              </a:defRPr>
            </a:lvl2pPr>
            <a:lvl3pPr algn="l">
              <a:defRPr sz="2700" b="0">
                <a:solidFill>
                  <a:srgbClr val="000000"/>
                </a:solidFill>
                <a:latin typeface="Hubot Sans"/>
                <a:ea typeface="Hubot Sans"/>
                <a:cs typeface="Hubot Sans"/>
              </a:defRPr>
            </a:lvl3pPr>
            <a:lvl4pPr algn="l">
              <a:defRPr sz="2700" b="0">
                <a:solidFill>
                  <a:srgbClr val="000000"/>
                </a:solidFill>
                <a:latin typeface="Hubot Sans"/>
                <a:ea typeface="Hubot Sans"/>
                <a:cs typeface="Hubot Sans"/>
              </a:defRPr>
            </a:lvl4pPr>
            <a:lvl5pPr algn="l">
              <a:defRPr sz="2700" b="0">
                <a:solidFill>
                  <a:srgbClr val="000000"/>
                </a:solidFill>
                <a:latin typeface="Hubot Sans"/>
                <a:ea typeface="Hubot Sans"/>
                <a:cs typeface="Hubot Sans"/>
              </a:defRPr>
            </a:lvl5pPr>
            <a:lvl6pPr algn="l">
              <a:defRPr sz="2700" b="0">
                <a:solidFill>
                  <a:srgbClr val="000000"/>
                </a:solidFill>
                <a:latin typeface="Hubot Sans"/>
                <a:ea typeface="Hubot Sans"/>
                <a:cs typeface="Hubot Sans"/>
              </a:defRPr>
            </a:lvl6pPr>
            <a:lvl7pPr algn="l">
              <a:defRPr sz="2700" b="0">
                <a:solidFill>
                  <a:srgbClr val="000000"/>
                </a:solidFill>
                <a:latin typeface="Hubot Sans"/>
                <a:ea typeface="Hubot Sans"/>
                <a:cs typeface="Hubot Sans"/>
              </a:defRPr>
            </a:lvl7pPr>
            <a:lvl8pPr algn="l">
              <a:defRPr sz="2700" b="0">
                <a:solidFill>
                  <a:srgbClr val="000000"/>
                </a:solidFill>
                <a:latin typeface="Hubot Sans"/>
                <a:ea typeface="Hubot Sans"/>
                <a:cs typeface="Hubot Sans"/>
              </a:defRPr>
            </a:lvl8pPr>
            <a:lvl9pPr algn="l">
              <a:defRPr sz="2700" b="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2700" b="0">
                <a:solidFill>
                  <a:srgbClr val="000000"/>
                </a:solidFill>
                <a:latin typeface="Hubot Sans"/>
                <a:ea typeface="Hubot Sans"/>
                <a:cs typeface="Hubot Sans"/>
              </a:defRPr>
            </a:pPr>
            <a:r>
              <a:rPr sz="2700" b="0">
                <a:solidFill>
                  <a:srgbClr val="000000"/>
                </a:solidFill>
                <a:latin typeface="Hubot Sans"/>
                <a:ea typeface="Hubot Sans"/>
                <a:cs typeface="Hubot Sans"/>
              </a:rPr>
              <a:t>QUY TRÌNH</a:t>
            </a:r>
            <a:endParaRPr/>
          </a:p>
          <a:p xmlns:a="http://schemas.openxmlformats.org/drawingml/2006/main">
            <a:pPr marL="0" lvl="0" indent="0" algn="l">
              <a:spcBef>
                <a:spcPts val="0"/>
              </a:spcBef>
              <a:spcAft>
                <a:spcPts val="0"/>
              </a:spcAft>
              <a:buNone/>
              <a:defRPr sz="2700" b="0">
                <a:solidFill>
                  <a:srgbClr val="000000"/>
                </a:solidFill>
                <a:latin typeface="Hubot Sans"/>
                <a:ea typeface="Hubot Sans"/>
                <a:cs typeface="Hubot Sans"/>
              </a:defRPr>
            </a:pPr>
            <a:r>
              <a:rPr sz="2700" b="0">
                <a:solidFill>
                  <a:srgbClr val="000000"/>
                </a:solidFill>
                <a:latin typeface="Hubot Sans"/>
                <a:ea typeface="Hubot Sans"/>
                <a:cs typeface="Hubot Sans"/>
              </a:rPr>
              <a:t>XỬ LÝ ẢNH</a:t>
            </a:r>
            <a:endParaRPr/>
          </a:p>
        </p:txBody>
      </p:sp>
      <p:sp>
        <p:nvSpPr>
          <p:cNvPr id="252" name="Google Shape;252;p36">
            <a:extLst xmlns:a="http://schemas.openxmlformats.org/drawingml/2006/main">
              <a:ext uri="{FF2B5EF4-FFF2-40B4-BE49-F238E27FC236}">
                <a16:creationId xmlns:a16="http://schemas.microsoft.com/office/drawing/2014/main" id="{E8D804A5-C454-4649-9C30-F3C196EE2C7C}"/>
              </a:ext>
            </a:extLst>
          </p:cNvPr>
          <p:cNvSpPr>
            <a:spLocks xmlns:a="http://schemas.openxmlformats.org/drawingml/2006/main" noGrp="1"/>
          </p:cNvSpPr>
          <p:nvPr>
            <p:ph type="subTitle" idx="4"/>
          </p:nvPr>
        </p:nvSpPr>
        <p:spPr>
          <a:xfrm xmlns:a="http://schemas.openxmlformats.org/drawingml/2006/main">
            <a:off x="3416111" y="731556"/>
            <a:ext cx="2405400" cy="9234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2100" b="0">
                <a:solidFill>
                  <a:srgbClr val="000000"/>
                </a:solidFill>
                <a:latin typeface="Work Sans"/>
                <a:ea typeface="Work Sans"/>
                <a:cs typeface="Work Sans"/>
              </a:defRPr>
            </a:defPPr>
            <a:lvl1pPr algn="l">
              <a:defRPr sz="2100" b="0">
                <a:solidFill>
                  <a:srgbClr val="000000"/>
                </a:solidFill>
                <a:latin typeface="Work Sans"/>
                <a:ea typeface="Work Sans"/>
                <a:cs typeface="Work Sans"/>
              </a:defRPr>
            </a:lvl1pPr>
            <a:lvl2pPr algn="l">
              <a:defRPr sz="2100" b="0">
                <a:solidFill>
                  <a:srgbClr val="000000"/>
                </a:solidFill>
                <a:latin typeface="Work Sans"/>
                <a:ea typeface="Work Sans"/>
                <a:cs typeface="Work Sans"/>
              </a:defRPr>
            </a:lvl2pPr>
            <a:lvl3pPr algn="l">
              <a:defRPr sz="2100" b="0">
                <a:solidFill>
                  <a:srgbClr val="000000"/>
                </a:solidFill>
                <a:latin typeface="Work Sans"/>
                <a:ea typeface="Work Sans"/>
                <a:cs typeface="Work Sans"/>
              </a:defRPr>
            </a:lvl3pPr>
            <a:lvl4pPr algn="l">
              <a:defRPr sz="2100" b="0">
                <a:solidFill>
                  <a:srgbClr val="000000"/>
                </a:solidFill>
                <a:latin typeface="Work Sans"/>
                <a:ea typeface="Work Sans"/>
                <a:cs typeface="Work Sans"/>
              </a:defRPr>
            </a:lvl4pPr>
            <a:lvl5pPr algn="l">
              <a:defRPr sz="2100" b="0">
                <a:solidFill>
                  <a:srgbClr val="000000"/>
                </a:solidFill>
                <a:latin typeface="Work Sans"/>
                <a:ea typeface="Work Sans"/>
                <a:cs typeface="Work Sans"/>
              </a:defRPr>
            </a:lvl5pPr>
            <a:lvl6pPr algn="l">
              <a:defRPr sz="2100" b="0">
                <a:solidFill>
                  <a:srgbClr val="000000"/>
                </a:solidFill>
                <a:latin typeface="Work Sans"/>
                <a:ea typeface="Work Sans"/>
                <a:cs typeface="Work Sans"/>
              </a:defRPr>
            </a:lvl6pPr>
            <a:lvl7pPr algn="l">
              <a:defRPr sz="2100" b="0">
                <a:solidFill>
                  <a:srgbClr val="000000"/>
                </a:solidFill>
                <a:latin typeface="Work Sans"/>
                <a:ea typeface="Work Sans"/>
                <a:cs typeface="Work Sans"/>
              </a:defRPr>
            </a:lvl7pPr>
            <a:lvl8pPr algn="l">
              <a:defRPr sz="2100" b="0">
                <a:solidFill>
                  <a:srgbClr val="000000"/>
                </a:solidFill>
                <a:latin typeface="Work Sans"/>
                <a:ea typeface="Work Sans"/>
                <a:cs typeface="Work Sans"/>
              </a:defRPr>
            </a:lvl8pPr>
            <a:lvl9pPr algn="l">
              <a:defRPr sz="210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2100" b="0">
                <a:solidFill>
                  <a:srgbClr val="000000"/>
                </a:solidFill>
                <a:latin typeface="Work Sans"/>
                <a:ea typeface="Work Sans"/>
                <a:cs typeface="Work Sans"/>
              </a:defRPr>
            </a:pPr>
            <a:r>
              <a:rPr sz="2100" b="0">
                <a:solidFill>
                  <a:srgbClr val="000000"/>
                </a:solidFill>
                <a:latin typeface="Work Sans"/>
                <a:ea typeface="Work Sans"/>
                <a:cs typeface="Work Sans"/>
              </a:rPr>
              <a:t>01  CẢI THIỆN ẢNH</a:t>
            </a:r>
            <a:endParaRPr/>
          </a:p>
        </p:txBody>
      </p:sp>
      <p:sp>
        <p:nvSpPr>
          <p:cNvPr id="253" name="Google Shape;253;p36">
            <a:extLst xmlns:a="http://schemas.openxmlformats.org/drawingml/2006/main">
              <a:ext uri="{FF2B5EF4-FFF2-40B4-BE49-F238E27FC236}">
                <a16:creationId xmlns:a16="http://schemas.microsoft.com/office/drawing/2014/main" id="{32DD8ADE-0B39-4E19-A679-6983B65EDE84}"/>
              </a:ext>
            </a:extLst>
          </p:cNvPr>
          <p:cNvSpPr>
            <a:spLocks xmlns:a="http://schemas.openxmlformats.org/drawingml/2006/main" noGrp="1"/>
          </p:cNvSpPr>
          <p:nvPr>
            <p:ph type="subTitle" idx="5"/>
          </p:nvPr>
        </p:nvSpPr>
        <p:spPr>
          <a:xfrm xmlns:a="http://schemas.openxmlformats.org/drawingml/2006/main">
            <a:off x="3416111" y="2063850"/>
            <a:ext cx="2405400" cy="9234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2100" b="0">
                <a:solidFill>
                  <a:srgbClr val="000000"/>
                </a:solidFill>
                <a:latin typeface="Work Sans"/>
                <a:ea typeface="Work Sans"/>
                <a:cs typeface="Work Sans"/>
              </a:defRPr>
            </a:defPPr>
            <a:lvl1pPr algn="l">
              <a:defRPr sz="2100" b="0">
                <a:solidFill>
                  <a:srgbClr val="000000"/>
                </a:solidFill>
                <a:latin typeface="Work Sans"/>
                <a:ea typeface="Work Sans"/>
                <a:cs typeface="Work Sans"/>
              </a:defRPr>
            </a:lvl1pPr>
            <a:lvl2pPr algn="l">
              <a:defRPr sz="2100" b="0">
                <a:solidFill>
                  <a:srgbClr val="000000"/>
                </a:solidFill>
                <a:latin typeface="Work Sans"/>
                <a:ea typeface="Work Sans"/>
                <a:cs typeface="Work Sans"/>
              </a:defRPr>
            </a:lvl2pPr>
            <a:lvl3pPr algn="l">
              <a:defRPr sz="2100" b="0">
                <a:solidFill>
                  <a:srgbClr val="000000"/>
                </a:solidFill>
                <a:latin typeface="Work Sans"/>
                <a:ea typeface="Work Sans"/>
                <a:cs typeface="Work Sans"/>
              </a:defRPr>
            </a:lvl3pPr>
            <a:lvl4pPr algn="l">
              <a:defRPr sz="2100" b="0">
                <a:solidFill>
                  <a:srgbClr val="000000"/>
                </a:solidFill>
                <a:latin typeface="Work Sans"/>
                <a:ea typeface="Work Sans"/>
                <a:cs typeface="Work Sans"/>
              </a:defRPr>
            </a:lvl4pPr>
            <a:lvl5pPr algn="l">
              <a:defRPr sz="2100" b="0">
                <a:solidFill>
                  <a:srgbClr val="000000"/>
                </a:solidFill>
                <a:latin typeface="Work Sans"/>
                <a:ea typeface="Work Sans"/>
                <a:cs typeface="Work Sans"/>
              </a:defRPr>
            </a:lvl5pPr>
            <a:lvl6pPr algn="l">
              <a:defRPr sz="2100" b="0">
                <a:solidFill>
                  <a:srgbClr val="000000"/>
                </a:solidFill>
                <a:latin typeface="Work Sans"/>
                <a:ea typeface="Work Sans"/>
                <a:cs typeface="Work Sans"/>
              </a:defRPr>
            </a:lvl6pPr>
            <a:lvl7pPr algn="l">
              <a:defRPr sz="2100" b="0">
                <a:solidFill>
                  <a:srgbClr val="000000"/>
                </a:solidFill>
                <a:latin typeface="Work Sans"/>
                <a:ea typeface="Work Sans"/>
                <a:cs typeface="Work Sans"/>
              </a:defRPr>
            </a:lvl7pPr>
            <a:lvl8pPr algn="l">
              <a:defRPr sz="2100" b="0">
                <a:solidFill>
                  <a:srgbClr val="000000"/>
                </a:solidFill>
                <a:latin typeface="Work Sans"/>
                <a:ea typeface="Work Sans"/>
                <a:cs typeface="Work Sans"/>
              </a:defRPr>
            </a:lvl8pPr>
            <a:lvl9pPr algn="l">
              <a:defRPr sz="210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2100" b="0">
                <a:solidFill>
                  <a:srgbClr val="000000"/>
                </a:solidFill>
                <a:latin typeface="Work Sans"/>
                <a:ea typeface="Work Sans"/>
                <a:cs typeface="Work Sans"/>
              </a:defRPr>
            </a:pPr>
            <a:r>
              <a:rPr sz="2100" b="0">
                <a:solidFill>
                  <a:srgbClr val="000000"/>
                </a:solidFill>
                <a:latin typeface="Work Sans"/>
                <a:ea typeface="Work Sans"/>
                <a:cs typeface="Work Sans"/>
              </a:rPr>
              <a:t>02  PHÂN ĐOẠN</a:t>
            </a:r>
            <a:endParaRPr/>
          </a:p>
        </p:txBody>
      </p:sp>
      <p:sp>
        <p:nvSpPr>
          <p:cNvPr id="254" name="Google Shape;254;p36">
            <a:extLst xmlns:a="http://schemas.openxmlformats.org/drawingml/2006/main">
              <a:ext uri="{FF2B5EF4-FFF2-40B4-BE49-F238E27FC236}">
                <a16:creationId xmlns:a16="http://schemas.microsoft.com/office/drawing/2014/main" id="{07280893-5EDB-47CD-ACDA-A2E70B5D22DF}"/>
              </a:ext>
            </a:extLst>
          </p:cNvPr>
          <p:cNvSpPr>
            <a:spLocks xmlns:a="http://schemas.openxmlformats.org/drawingml/2006/main" noGrp="1"/>
          </p:cNvSpPr>
          <p:nvPr>
            <p:ph type="subTitle" idx="1"/>
          </p:nvPr>
        </p:nvSpPr>
        <p:spPr>
          <a:xfrm xmlns:a="http://schemas.openxmlformats.org/drawingml/2006/main">
            <a:off x="5745000" y="639156"/>
            <a:ext cx="3170400" cy="11082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Gamma và lọc trung vị.</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Cắt vùng mắt, chọn kênh đỏ, làm mịn và giãn tương phản.</a:t>
            </a:r>
            <a:endParaRPr/>
          </a:p>
        </p:txBody>
      </p:sp>
      <p:sp>
        <p:nvSpPr>
          <p:cNvPr id="255" name="Google Shape;255;p36">
            <a:extLst xmlns:a="http://schemas.openxmlformats.org/drawingml/2006/main">
              <a:ext uri="{FF2B5EF4-FFF2-40B4-BE49-F238E27FC236}">
                <a16:creationId xmlns:a16="http://schemas.microsoft.com/office/drawing/2014/main" id="{3FE92D5A-A707-49F0-83C8-0A94FAD63E6C}"/>
              </a:ext>
            </a:extLst>
          </p:cNvPr>
          <p:cNvSpPr>
            <a:spLocks xmlns:a="http://schemas.openxmlformats.org/drawingml/2006/main" noGrp="1"/>
          </p:cNvSpPr>
          <p:nvPr>
            <p:ph type="subTitle" idx="2"/>
          </p:nvPr>
        </p:nvSpPr>
        <p:spPr>
          <a:xfrm xmlns:a="http://schemas.openxmlformats.org/drawingml/2006/main">
            <a:off x="5745000" y="2017650"/>
            <a:ext cx="3170400" cy="9234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Phân ngưỡng đảo.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Đóng rồi mở hình thái học để xử lý mặt nạ.</a:t>
            </a:r>
            <a:endParaRPr/>
          </a:p>
        </p:txBody>
      </p:sp>
      <p:sp>
        <p:nvSpPr>
          <p:cNvPr id="256" name="Google Shape;256;p36">
            <a:extLst xmlns:a="http://schemas.openxmlformats.org/drawingml/2006/main">
              <a:ext uri="{FF2B5EF4-FFF2-40B4-BE49-F238E27FC236}">
                <a16:creationId xmlns:a16="http://schemas.microsoft.com/office/drawing/2014/main" id="{D8D85728-515C-4088-B82D-5C8A18E18567}"/>
              </a:ext>
            </a:extLst>
          </p:cNvPr>
          <p:cNvSpPr>
            <a:spLocks xmlns:a="http://schemas.openxmlformats.org/drawingml/2006/main" noGrp="1"/>
          </p:cNvSpPr>
          <p:nvPr>
            <p:ph type="subTitle" idx="3"/>
          </p:nvPr>
        </p:nvSpPr>
        <p:spPr>
          <a:xfrm xmlns:a="http://schemas.openxmlformats.org/drawingml/2006/main">
            <a:off x="5745000" y="3211344"/>
            <a:ext cx="3170400" cy="12930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Lọc vùng theo diện tích và hình dạng.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Khớp ellipse để lấy tâm trong ảnh.</a:t>
            </a:r>
            <a:endParaRPr/>
          </a:p>
        </p:txBody>
      </p:sp>
      <p:sp>
        <p:nvSpPr>
          <p:cNvPr id="257" name="Google Shape;257;p36">
            <a:extLst xmlns:a="http://schemas.openxmlformats.org/drawingml/2006/main">
              <a:ext uri="{FF2B5EF4-FFF2-40B4-BE49-F238E27FC236}">
                <a16:creationId xmlns:a16="http://schemas.microsoft.com/office/drawing/2014/main" id="{551185D9-FBAD-42C4-BA0C-E72AB8FC9A53}"/>
              </a:ext>
            </a:extLst>
          </p:cNvPr>
          <p:cNvSpPr>
            <a:spLocks xmlns:a="http://schemas.openxmlformats.org/drawingml/2006/main" noGrp="1"/>
          </p:cNvSpPr>
          <p:nvPr>
            <p:ph type="subTitle" idx="6"/>
          </p:nvPr>
        </p:nvSpPr>
        <p:spPr>
          <a:xfrm xmlns:a="http://schemas.openxmlformats.org/drawingml/2006/main">
            <a:off x="3416111" y="3396144"/>
            <a:ext cx="2405400" cy="9234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2100" b="0">
                <a:solidFill>
                  <a:srgbClr val="000000"/>
                </a:solidFill>
                <a:latin typeface="Work Sans"/>
                <a:ea typeface="Work Sans"/>
                <a:cs typeface="Work Sans"/>
              </a:defRPr>
            </a:defPPr>
            <a:lvl1pPr algn="l">
              <a:defRPr sz="2100" b="0">
                <a:solidFill>
                  <a:srgbClr val="000000"/>
                </a:solidFill>
                <a:latin typeface="Work Sans"/>
                <a:ea typeface="Work Sans"/>
                <a:cs typeface="Work Sans"/>
              </a:defRPr>
            </a:lvl1pPr>
            <a:lvl2pPr algn="l">
              <a:defRPr sz="2100" b="0">
                <a:solidFill>
                  <a:srgbClr val="000000"/>
                </a:solidFill>
                <a:latin typeface="Work Sans"/>
                <a:ea typeface="Work Sans"/>
                <a:cs typeface="Work Sans"/>
              </a:defRPr>
            </a:lvl2pPr>
            <a:lvl3pPr algn="l">
              <a:defRPr sz="2100" b="0">
                <a:solidFill>
                  <a:srgbClr val="000000"/>
                </a:solidFill>
                <a:latin typeface="Work Sans"/>
                <a:ea typeface="Work Sans"/>
                <a:cs typeface="Work Sans"/>
              </a:defRPr>
            </a:lvl3pPr>
            <a:lvl4pPr algn="l">
              <a:defRPr sz="2100" b="0">
                <a:solidFill>
                  <a:srgbClr val="000000"/>
                </a:solidFill>
                <a:latin typeface="Work Sans"/>
                <a:ea typeface="Work Sans"/>
                <a:cs typeface="Work Sans"/>
              </a:defRPr>
            </a:lvl4pPr>
            <a:lvl5pPr algn="l">
              <a:defRPr sz="2100" b="0">
                <a:solidFill>
                  <a:srgbClr val="000000"/>
                </a:solidFill>
                <a:latin typeface="Work Sans"/>
                <a:ea typeface="Work Sans"/>
                <a:cs typeface="Work Sans"/>
              </a:defRPr>
            </a:lvl5pPr>
            <a:lvl6pPr algn="l">
              <a:defRPr sz="2100" b="0">
                <a:solidFill>
                  <a:srgbClr val="000000"/>
                </a:solidFill>
                <a:latin typeface="Work Sans"/>
                <a:ea typeface="Work Sans"/>
                <a:cs typeface="Work Sans"/>
              </a:defRPr>
            </a:lvl6pPr>
            <a:lvl7pPr algn="l">
              <a:defRPr sz="2100" b="0">
                <a:solidFill>
                  <a:srgbClr val="000000"/>
                </a:solidFill>
                <a:latin typeface="Work Sans"/>
                <a:ea typeface="Work Sans"/>
                <a:cs typeface="Work Sans"/>
              </a:defRPr>
            </a:lvl7pPr>
            <a:lvl8pPr algn="l">
              <a:defRPr sz="2100" b="0">
                <a:solidFill>
                  <a:srgbClr val="000000"/>
                </a:solidFill>
                <a:latin typeface="Work Sans"/>
                <a:ea typeface="Work Sans"/>
                <a:cs typeface="Work Sans"/>
              </a:defRPr>
            </a:lvl8pPr>
            <a:lvl9pPr algn="l">
              <a:defRPr sz="210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2100" b="0">
                <a:solidFill>
                  <a:srgbClr val="000000"/>
                </a:solidFill>
                <a:latin typeface="Work Sans"/>
                <a:ea typeface="Work Sans"/>
                <a:cs typeface="Work Sans"/>
              </a:defRPr>
            </a:pPr>
            <a:r>
              <a:rPr sz="2100" b="0">
                <a:solidFill>
                  <a:srgbClr val="000000"/>
                </a:solidFill>
                <a:latin typeface="Work Sans"/>
                <a:ea typeface="Work Sans"/>
                <a:cs typeface="Work Sans"/>
              </a:rPr>
              <a:t>03  ƯỚC LƯỢNG TÂM</a:t>
            </a:r>
            <a:endParaRPr/>
          </a:p>
        </p:txBody>
      </p:sp>
    </p:spTree>
    <p:extLst>
      <p:ext uri="{BB962C8B-B14F-4D97-AF65-F5344CB8AC3E}">
        <p14:creationId xmlns:p14="http://schemas.microsoft.com/office/powerpoint/2010/main" val="81625770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8" name="HIỆU CHỈNH ĐỘ SÁNG">
            <a:extLst xmlns:a="http://schemas.openxmlformats.org/drawingml/2006/main">
              <a:ext uri="{FF2B5EF4-FFF2-40B4-BE49-F238E27FC236}">
                <a16:creationId xmlns:a16="http://schemas.microsoft.com/office/drawing/2014/main" id="{195FC9EE-930D-4C06-BDE7-50ADE11DBCC1}"/>
              </a:ext>
            </a:extLst>
          </p:cNvPr>
          <p:cNvSpPr>
            <a:spLocks xmlns:a="http://schemas.openxmlformats.org/drawingml/2006/main" noGrp="1"/>
          </p:cNvSpPr>
          <p:nvPr/>
        </p:nvSpPr>
        <p:spPr>
          <a:xfrm xmlns:a="http://schemas.openxmlformats.org/drawingml/2006/main">
            <a:off x="228600" y="228600"/>
            <a:ext cx="8686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000000"/>
                </a:solidFill>
                <a:latin typeface="Hubot Sans"/>
                <a:ea typeface="Hubot Sans"/>
                <a:cs typeface="Hubot Sans"/>
              </a:defRPr>
            </a:defPPr>
            <a:lvl1pPr algn="l">
              <a:defRPr sz="2550" b="0">
                <a:solidFill>
                  <a:srgbClr val="000000"/>
                </a:solidFill>
                <a:latin typeface="Hubot Sans"/>
                <a:ea typeface="Hubot Sans"/>
                <a:cs typeface="Hubot Sans"/>
              </a:defRPr>
            </a:lvl1pPr>
            <a:lvl2pPr algn="l">
              <a:defRPr sz="2550" b="0">
                <a:solidFill>
                  <a:srgbClr val="000000"/>
                </a:solidFill>
                <a:latin typeface="Hubot Sans"/>
                <a:ea typeface="Hubot Sans"/>
                <a:cs typeface="Hubot Sans"/>
              </a:defRPr>
            </a:lvl2pPr>
            <a:lvl3pPr algn="l">
              <a:defRPr sz="2550" b="0">
                <a:solidFill>
                  <a:srgbClr val="000000"/>
                </a:solidFill>
                <a:latin typeface="Hubot Sans"/>
                <a:ea typeface="Hubot Sans"/>
                <a:cs typeface="Hubot Sans"/>
              </a:defRPr>
            </a:lvl3pPr>
            <a:lvl4pPr algn="l">
              <a:defRPr sz="2550" b="0">
                <a:solidFill>
                  <a:srgbClr val="000000"/>
                </a:solidFill>
                <a:latin typeface="Hubot Sans"/>
                <a:ea typeface="Hubot Sans"/>
                <a:cs typeface="Hubot Sans"/>
              </a:defRPr>
            </a:lvl4pPr>
            <a:lvl5pPr algn="l">
              <a:defRPr sz="2550" b="0">
                <a:solidFill>
                  <a:srgbClr val="000000"/>
                </a:solidFill>
                <a:latin typeface="Hubot Sans"/>
                <a:ea typeface="Hubot Sans"/>
                <a:cs typeface="Hubot Sans"/>
              </a:defRPr>
            </a:lvl5pPr>
            <a:lvl6pPr algn="l">
              <a:defRPr sz="2550" b="0">
                <a:solidFill>
                  <a:srgbClr val="000000"/>
                </a:solidFill>
                <a:latin typeface="Hubot Sans"/>
                <a:ea typeface="Hubot Sans"/>
                <a:cs typeface="Hubot Sans"/>
              </a:defRPr>
            </a:lvl6pPr>
            <a:lvl7pPr algn="l">
              <a:defRPr sz="2550" b="0">
                <a:solidFill>
                  <a:srgbClr val="000000"/>
                </a:solidFill>
                <a:latin typeface="Hubot Sans"/>
                <a:ea typeface="Hubot Sans"/>
                <a:cs typeface="Hubot Sans"/>
              </a:defRPr>
            </a:lvl7pPr>
            <a:lvl8pPr algn="l">
              <a:defRPr sz="2550" b="0">
                <a:solidFill>
                  <a:srgbClr val="000000"/>
                </a:solidFill>
                <a:latin typeface="Hubot Sans"/>
                <a:ea typeface="Hubot Sans"/>
                <a:cs typeface="Hubot Sans"/>
              </a:defRPr>
            </a:lvl8pPr>
            <a:lvl9pPr algn="l">
              <a:defRPr sz="2550" b="0">
                <a:solidFill>
                  <a:srgbClr val="000000"/>
                </a:solidFill>
                <a:latin typeface="Hubot Sans"/>
                <a:ea typeface="Hubot Sans"/>
                <a:cs typeface="Hubot Sans"/>
              </a:defRPr>
            </a:lvl9pPr>
          </a:lstStyle>
          <a:p xmlns:a="http://schemas.openxmlformats.org/drawingml/2006/main">
            <a:pPr algn="l">
              <a:defRPr sz="2550" b="0">
                <a:solidFill>
                  <a:srgbClr val="000000"/>
                </a:solidFill>
                <a:latin typeface="Hubot Sans"/>
                <a:ea typeface="Hubot Sans"/>
                <a:cs typeface="Hubot Sans"/>
              </a:defRPr>
            </a:pPr>
            <a:r>
              <a:rPr sz="2550" b="0">
                <a:solidFill>
                  <a:srgbClr val="000000"/>
                </a:solidFill>
                <a:latin typeface="Hubot Sans"/>
                <a:ea typeface="Hubot Sans"/>
                <a:cs typeface="Hubot Sans"/>
              </a:rPr>
              <a:t>HIỆU CHỈNH ĐỘ SÁNG</a:t>
            </a:r>
          </a:p>
        </p:txBody>
      </p:sp>
      <p:sp>
        <p:nvSpPr>
          <p:cNvPr id="2" name="Ảnh tối tổng hợp">
            <a:extLst xmlns:a="http://schemas.openxmlformats.org/drawingml/2006/main">
              <a:ext uri="{FF2B5EF4-FFF2-40B4-BE49-F238E27FC236}">
                <a16:creationId xmlns:a16="http://schemas.microsoft.com/office/drawing/2014/main" id="{8E4D4C19-FFFA-46DE-9BCA-6939154465D8}"/>
              </a:ext>
            </a:extLst>
          </p:cNvPr>
          <p:cNvSpPr>
            <a:spLocks xmlns:a="http://schemas.openxmlformats.org/drawingml/2006/main" noGrp="1"/>
          </p:cNvSpPr>
          <p:nvPr/>
        </p:nvSpPr>
        <p:spPr>
          <a:xfrm xmlns:a="http://schemas.openxmlformats.org/drawingml/2006/main">
            <a:off x="228600" y="10477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0000"/>
                </a:solidFill>
                <a:latin typeface="Work Sans"/>
                <a:ea typeface="Work Sans"/>
                <a:cs typeface="Work Sans"/>
              </a:defRPr>
            </a:defPPr>
            <a:lvl1pPr algn="l">
              <a:defRPr sz="1800" b="1">
                <a:solidFill>
                  <a:srgbClr val="000000"/>
                </a:solidFill>
                <a:latin typeface="Work Sans"/>
                <a:ea typeface="Work Sans"/>
                <a:cs typeface="Work Sans"/>
              </a:defRPr>
            </a:lvl1pPr>
            <a:lvl2pPr algn="l">
              <a:defRPr sz="1800" b="1">
                <a:solidFill>
                  <a:srgbClr val="000000"/>
                </a:solidFill>
                <a:latin typeface="Work Sans"/>
                <a:ea typeface="Work Sans"/>
                <a:cs typeface="Work Sans"/>
              </a:defRPr>
            </a:lvl2pPr>
            <a:lvl3pPr algn="l">
              <a:defRPr sz="1800" b="1">
                <a:solidFill>
                  <a:srgbClr val="000000"/>
                </a:solidFill>
                <a:latin typeface="Work Sans"/>
                <a:ea typeface="Work Sans"/>
                <a:cs typeface="Work Sans"/>
              </a:defRPr>
            </a:lvl3pPr>
            <a:lvl4pPr algn="l">
              <a:defRPr sz="1800" b="1">
                <a:solidFill>
                  <a:srgbClr val="000000"/>
                </a:solidFill>
                <a:latin typeface="Work Sans"/>
                <a:ea typeface="Work Sans"/>
                <a:cs typeface="Work Sans"/>
              </a:defRPr>
            </a:lvl4pPr>
            <a:lvl5pPr algn="l">
              <a:defRPr sz="1800" b="1">
                <a:solidFill>
                  <a:srgbClr val="000000"/>
                </a:solidFill>
                <a:latin typeface="Work Sans"/>
                <a:ea typeface="Work Sans"/>
                <a:cs typeface="Work Sans"/>
              </a:defRPr>
            </a:lvl5pPr>
            <a:lvl6pPr algn="l">
              <a:defRPr sz="1800" b="1">
                <a:solidFill>
                  <a:srgbClr val="000000"/>
                </a:solidFill>
                <a:latin typeface="Work Sans"/>
                <a:ea typeface="Work Sans"/>
                <a:cs typeface="Work Sans"/>
              </a:defRPr>
            </a:lvl6pPr>
            <a:lvl7pPr algn="l">
              <a:defRPr sz="1800" b="1">
                <a:solidFill>
                  <a:srgbClr val="000000"/>
                </a:solidFill>
                <a:latin typeface="Work Sans"/>
                <a:ea typeface="Work Sans"/>
                <a:cs typeface="Work Sans"/>
              </a:defRPr>
            </a:lvl7pPr>
            <a:lvl8pPr algn="l">
              <a:defRPr sz="1800" b="1">
                <a:solidFill>
                  <a:srgbClr val="000000"/>
                </a:solidFill>
                <a:latin typeface="Work Sans"/>
                <a:ea typeface="Work Sans"/>
                <a:cs typeface="Work Sans"/>
              </a:defRPr>
            </a:lvl8pPr>
            <a:lvl9pPr algn="l">
              <a:defRPr sz="1800" b="1">
                <a:solidFill>
                  <a:srgbClr val="000000"/>
                </a:solidFill>
                <a:latin typeface="Work Sans"/>
                <a:ea typeface="Work Sans"/>
                <a:cs typeface="Work Sans"/>
              </a:defRPr>
            </a:lvl9pPr>
          </a:lstStyle>
          <a:p xmlns:a="http://schemas.openxmlformats.org/drawingml/2006/main">
            <a:pPr algn="l">
              <a:defRPr sz="1800" b="1">
                <a:solidFill>
                  <a:srgbClr val="000000"/>
                </a:solidFill>
                <a:latin typeface="Work Sans"/>
                <a:ea typeface="Work Sans"/>
                <a:cs typeface="Work Sans"/>
              </a:defRPr>
            </a:pPr>
            <a:r>
              <a:rPr sz="1800" b="1">
                <a:solidFill>
                  <a:srgbClr val="000000"/>
                </a:solidFill>
                <a:latin typeface="Work Sans"/>
                <a:ea typeface="Work Sans"/>
                <a:cs typeface="Work Sans"/>
              </a:rPr>
              <a:t>Ảnh tối tổng hợp</a:t>
            </a:r>
          </a:p>
        </p:txBody>
      </p:sp>
      <p:sp>
        <p:nvSpPr>
          <p:cNvPr id="3" name="Sau hiệu chỉnh gamma">
            <a:extLst xmlns:a="http://schemas.openxmlformats.org/drawingml/2006/main">
              <a:ext uri="{FF2B5EF4-FFF2-40B4-BE49-F238E27FC236}">
                <a16:creationId xmlns:a16="http://schemas.microsoft.com/office/drawing/2014/main" id="{560B0547-59CE-407A-A460-6E29F6427F5C}"/>
              </a:ext>
            </a:extLst>
          </p:cNvPr>
          <p:cNvSpPr>
            <a:spLocks xmlns:a="http://schemas.openxmlformats.org/drawingml/2006/main" noGrp="1"/>
          </p:cNvSpPr>
          <p:nvPr/>
        </p:nvSpPr>
        <p:spPr>
          <a:xfrm xmlns:a="http://schemas.openxmlformats.org/drawingml/2006/main">
            <a:off x="4762500" y="10477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0000"/>
                </a:solidFill>
                <a:latin typeface="Work Sans"/>
                <a:ea typeface="Work Sans"/>
                <a:cs typeface="Work Sans"/>
              </a:defRPr>
            </a:defPPr>
            <a:lvl1pPr algn="l">
              <a:defRPr sz="1800" b="1">
                <a:solidFill>
                  <a:srgbClr val="000000"/>
                </a:solidFill>
                <a:latin typeface="Work Sans"/>
                <a:ea typeface="Work Sans"/>
                <a:cs typeface="Work Sans"/>
              </a:defRPr>
            </a:lvl1pPr>
            <a:lvl2pPr algn="l">
              <a:defRPr sz="1800" b="1">
                <a:solidFill>
                  <a:srgbClr val="000000"/>
                </a:solidFill>
                <a:latin typeface="Work Sans"/>
                <a:ea typeface="Work Sans"/>
                <a:cs typeface="Work Sans"/>
              </a:defRPr>
            </a:lvl2pPr>
            <a:lvl3pPr algn="l">
              <a:defRPr sz="1800" b="1">
                <a:solidFill>
                  <a:srgbClr val="000000"/>
                </a:solidFill>
                <a:latin typeface="Work Sans"/>
                <a:ea typeface="Work Sans"/>
                <a:cs typeface="Work Sans"/>
              </a:defRPr>
            </a:lvl3pPr>
            <a:lvl4pPr algn="l">
              <a:defRPr sz="1800" b="1">
                <a:solidFill>
                  <a:srgbClr val="000000"/>
                </a:solidFill>
                <a:latin typeface="Work Sans"/>
                <a:ea typeface="Work Sans"/>
                <a:cs typeface="Work Sans"/>
              </a:defRPr>
            </a:lvl4pPr>
            <a:lvl5pPr algn="l">
              <a:defRPr sz="1800" b="1">
                <a:solidFill>
                  <a:srgbClr val="000000"/>
                </a:solidFill>
                <a:latin typeface="Work Sans"/>
                <a:ea typeface="Work Sans"/>
                <a:cs typeface="Work Sans"/>
              </a:defRPr>
            </a:lvl5pPr>
            <a:lvl6pPr algn="l">
              <a:defRPr sz="1800" b="1">
                <a:solidFill>
                  <a:srgbClr val="000000"/>
                </a:solidFill>
                <a:latin typeface="Work Sans"/>
                <a:ea typeface="Work Sans"/>
                <a:cs typeface="Work Sans"/>
              </a:defRPr>
            </a:lvl6pPr>
            <a:lvl7pPr algn="l">
              <a:defRPr sz="1800" b="1">
                <a:solidFill>
                  <a:srgbClr val="000000"/>
                </a:solidFill>
                <a:latin typeface="Work Sans"/>
                <a:ea typeface="Work Sans"/>
                <a:cs typeface="Work Sans"/>
              </a:defRPr>
            </a:lvl7pPr>
            <a:lvl8pPr algn="l">
              <a:defRPr sz="1800" b="1">
                <a:solidFill>
                  <a:srgbClr val="000000"/>
                </a:solidFill>
                <a:latin typeface="Work Sans"/>
                <a:ea typeface="Work Sans"/>
                <a:cs typeface="Work Sans"/>
              </a:defRPr>
            </a:lvl8pPr>
            <a:lvl9pPr algn="l">
              <a:defRPr sz="1800" b="1">
                <a:solidFill>
                  <a:srgbClr val="000000"/>
                </a:solidFill>
                <a:latin typeface="Work Sans"/>
                <a:ea typeface="Work Sans"/>
                <a:cs typeface="Work Sans"/>
              </a:defRPr>
            </a:lvl9pPr>
          </a:lstStyle>
          <a:p xmlns:a="http://schemas.openxmlformats.org/drawingml/2006/main">
            <a:pPr algn="l">
              <a:defRPr sz="1800" b="1">
                <a:solidFill>
                  <a:srgbClr val="000000"/>
                </a:solidFill>
                <a:latin typeface="Work Sans"/>
                <a:ea typeface="Work Sans"/>
                <a:cs typeface="Work Sans"/>
              </a:defRPr>
            </a:pPr>
            <a:r>
              <a:rPr sz="1800" b="1">
                <a:solidFill>
                  <a:srgbClr val="000000"/>
                </a:solidFill>
                <a:latin typeface="Work Sans"/>
                <a:ea typeface="Work Sans"/>
                <a:cs typeface="Work Sans"/>
              </a:rPr>
              <a:t>Sau hiệu chỉnh gamma</a:t>
            </a:r>
          </a:p>
        </p:txBody>
      </p:sp>
      <p:pic>
        <p:nvPicPr>
          <p:cNvPr id="4" name="">
            <a:extLst xmlns:a="http://schemas.openxmlformats.org/drawingml/2006/main">
              <a:ext uri="{FF2B5EF4-FFF2-40B4-BE49-F238E27FC236}">
                <a16:creationId xmlns:a16="http://schemas.microsoft.com/office/drawing/2014/main" id="{09180B93-3C3A-49B7-898F-F0AC1F72B528}"/>
              </a:ext>
            </a:extLst>
          </p:cNvPr>
          <p:cNvPicPr>
            <a:picLocks xmlns:a="http://schemas.openxmlformats.org/drawingml/2006/main" noChangeAspect="1"/>
          </p:cNvPicPr>
          <p:nvPr/>
        </p:nvPicPr>
        <p:blipFill>
          <a:blip xmlns:r="http://schemas.openxmlformats.org/officeDocument/2006/relationships" xmlns:a="http://schemas.openxmlformats.org/drawingml/2006/main" r:embed="R20155cd361f443d4"/>
          <a:stretch xmlns:a="http://schemas.openxmlformats.org/drawingml/2006/main"/>
        </p:blipFill>
        <p:spPr>
          <a:xfrm xmlns:a="http://schemas.openxmlformats.org/drawingml/2006/main">
            <a:off x="228600" y="1586508"/>
            <a:ext cx="4095750" cy="2303859"/>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BD1DC332-C9DD-426A-AA70-085CF5E40250}"/>
              </a:ext>
            </a:extLst>
          </p:cNvPr>
          <p:cNvPicPr>
            <a:picLocks xmlns:a="http://schemas.openxmlformats.org/drawingml/2006/main" noChangeAspect="1"/>
          </p:cNvPicPr>
          <p:nvPr/>
        </p:nvPicPr>
        <p:blipFill>
          <a:blip xmlns:r="http://schemas.openxmlformats.org/officeDocument/2006/relationships" xmlns:a="http://schemas.openxmlformats.org/drawingml/2006/main" r:embed="R5924cd182c7d4b1f"/>
          <a:stretch xmlns:a="http://schemas.openxmlformats.org/drawingml/2006/main"/>
        </p:blipFill>
        <p:spPr>
          <a:xfrm xmlns:a="http://schemas.openxmlformats.org/drawingml/2006/main">
            <a:off x="4762500" y="1586508"/>
            <a:ext cx="4095750" cy="2303859"/>
          </a:xfrm>
          <a:prstGeom xmlns:a="http://schemas.openxmlformats.org/drawingml/2006/main" prst="rect">
            <a:avLst/>
          </a:prstGeom>
        </p:spPr>
      </p:pic>
      <p:sp>
        <p:nvSpPr>
          <p:cNvPr id="6" name="Đầu vào: clip(0,28 × ảnh gốc).">
            <a:extLst xmlns:a="http://schemas.openxmlformats.org/drawingml/2006/main">
              <a:ext uri="{FF2B5EF4-FFF2-40B4-BE49-F238E27FC236}">
                <a16:creationId xmlns:a16="http://schemas.microsoft.com/office/drawing/2014/main" id="{98D8C6C1-3E0A-45AD-AB07-9B67C7EC36A8}"/>
              </a:ext>
            </a:extLst>
          </p:cNvPr>
          <p:cNvSpPr>
            <a:spLocks xmlns:a="http://schemas.openxmlformats.org/drawingml/2006/main" noGrp="1"/>
          </p:cNvSpPr>
          <p:nvPr/>
        </p:nvSpPr>
        <p:spPr>
          <a:xfrm xmlns:a="http://schemas.openxmlformats.org/drawingml/2006/main">
            <a:off x="228600" y="4143375"/>
            <a:ext cx="409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0000"/>
                </a:solidFill>
                <a:latin typeface="Work Sans"/>
                <a:ea typeface="Work Sans"/>
                <a:cs typeface="Work Sans"/>
              </a:defRPr>
            </a:defPPr>
            <a:lvl1pPr algn="l">
              <a:defRPr sz="1350" b="0">
                <a:solidFill>
                  <a:srgbClr val="000000"/>
                </a:solidFill>
                <a:latin typeface="Work Sans"/>
                <a:ea typeface="Work Sans"/>
                <a:cs typeface="Work Sans"/>
              </a:defRPr>
            </a:lvl1pPr>
            <a:lvl2pPr algn="l">
              <a:defRPr sz="1350" b="0">
                <a:solidFill>
                  <a:srgbClr val="000000"/>
                </a:solidFill>
                <a:latin typeface="Work Sans"/>
                <a:ea typeface="Work Sans"/>
                <a:cs typeface="Work Sans"/>
              </a:defRPr>
            </a:lvl2pPr>
            <a:lvl3pPr algn="l">
              <a:defRPr sz="1350" b="0">
                <a:solidFill>
                  <a:srgbClr val="000000"/>
                </a:solidFill>
                <a:latin typeface="Work Sans"/>
                <a:ea typeface="Work Sans"/>
                <a:cs typeface="Work Sans"/>
              </a:defRPr>
            </a:lvl3pPr>
            <a:lvl4pPr algn="l">
              <a:defRPr sz="1350" b="0">
                <a:solidFill>
                  <a:srgbClr val="000000"/>
                </a:solidFill>
                <a:latin typeface="Work Sans"/>
                <a:ea typeface="Work Sans"/>
                <a:cs typeface="Work Sans"/>
              </a:defRPr>
            </a:lvl4pPr>
            <a:lvl5pPr algn="l">
              <a:defRPr sz="1350" b="0">
                <a:solidFill>
                  <a:srgbClr val="000000"/>
                </a:solidFill>
                <a:latin typeface="Work Sans"/>
                <a:ea typeface="Work Sans"/>
                <a:cs typeface="Work Sans"/>
              </a:defRPr>
            </a:lvl5pPr>
            <a:lvl6pPr algn="l">
              <a:defRPr sz="1350" b="0">
                <a:solidFill>
                  <a:srgbClr val="000000"/>
                </a:solidFill>
                <a:latin typeface="Work Sans"/>
                <a:ea typeface="Work Sans"/>
                <a:cs typeface="Work Sans"/>
              </a:defRPr>
            </a:lvl6pPr>
            <a:lvl7pPr algn="l">
              <a:defRPr sz="1350" b="0">
                <a:solidFill>
                  <a:srgbClr val="000000"/>
                </a:solidFill>
                <a:latin typeface="Work Sans"/>
                <a:ea typeface="Work Sans"/>
                <a:cs typeface="Work Sans"/>
              </a:defRPr>
            </a:lvl7pPr>
            <a:lvl8pPr algn="l">
              <a:defRPr sz="1350" b="0">
                <a:solidFill>
                  <a:srgbClr val="000000"/>
                </a:solidFill>
                <a:latin typeface="Work Sans"/>
                <a:ea typeface="Work Sans"/>
                <a:cs typeface="Work Sans"/>
              </a:defRPr>
            </a:lvl8pPr>
            <a:lvl9pPr algn="l">
              <a:defRPr sz="1350" b="0">
                <a:solidFill>
                  <a:srgbClr val="000000"/>
                </a:solidFill>
                <a:latin typeface="Work Sans"/>
                <a:ea typeface="Work Sans"/>
                <a:cs typeface="Work Sans"/>
              </a:defRPr>
            </a:lvl9pPr>
          </a:lstStyle>
          <a:p xmlns:a="http://schemas.openxmlformats.org/drawingml/2006/main">
            <a:pPr algn="l">
              <a:defRPr sz="1350" b="0">
                <a:solidFill>
                  <a:srgbClr val="000000"/>
                </a:solidFill>
                <a:latin typeface="Work Sans"/>
                <a:ea typeface="Work Sans"/>
                <a:cs typeface="Work Sans"/>
              </a:defRPr>
            </a:pPr>
            <a:r>
              <a:rPr sz="1350" b="0">
                <a:solidFill>
                  <a:srgbClr val="000000"/>
                </a:solidFill>
                <a:latin typeface="Work Sans"/>
                <a:ea typeface="Work Sans"/>
                <a:cs typeface="Work Sans"/>
              </a:rPr>
              <a:t>Đầu vào: clip(0,28 × ảnh gốc).</a:t>
            </a:r>
          </a:p>
        </p:txBody>
      </p:sp>
      <p:sp>
        <p:nvSpPr>
          <p:cNvPr id="7" name="s = 255 × (r / 255)ᵞ Gamma &lt; 1 nâng vùng tối.">
            <a:extLst xmlns:a="http://schemas.openxmlformats.org/drawingml/2006/main">
              <a:ext uri="{FF2B5EF4-FFF2-40B4-BE49-F238E27FC236}">
                <a16:creationId xmlns:a16="http://schemas.microsoft.com/office/drawing/2014/main" id="{009F96B8-7242-44CF-A85D-3436791C6A91}"/>
              </a:ext>
            </a:extLst>
          </p:cNvPr>
          <p:cNvSpPr>
            <a:spLocks xmlns:a="http://schemas.openxmlformats.org/drawingml/2006/main" noGrp="1"/>
          </p:cNvSpPr>
          <p:nvPr/>
        </p:nvSpPr>
        <p:spPr>
          <a:xfrm xmlns:a="http://schemas.openxmlformats.org/drawingml/2006/main">
            <a:off x="4762500" y="4143375"/>
            <a:ext cx="409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0000"/>
                </a:solidFill>
                <a:latin typeface="Work Sans"/>
                <a:ea typeface="Work Sans"/>
                <a:cs typeface="Work Sans"/>
              </a:defRPr>
            </a:defPPr>
            <a:lvl1pPr algn="l">
              <a:defRPr sz="1350" b="0">
                <a:solidFill>
                  <a:srgbClr val="000000"/>
                </a:solidFill>
                <a:latin typeface="Work Sans"/>
                <a:ea typeface="Work Sans"/>
                <a:cs typeface="Work Sans"/>
              </a:defRPr>
            </a:lvl1pPr>
            <a:lvl2pPr algn="l">
              <a:defRPr sz="1350" b="0">
                <a:solidFill>
                  <a:srgbClr val="000000"/>
                </a:solidFill>
                <a:latin typeface="Work Sans"/>
                <a:ea typeface="Work Sans"/>
                <a:cs typeface="Work Sans"/>
              </a:defRPr>
            </a:lvl2pPr>
            <a:lvl3pPr algn="l">
              <a:defRPr sz="1350" b="0">
                <a:solidFill>
                  <a:srgbClr val="000000"/>
                </a:solidFill>
                <a:latin typeface="Work Sans"/>
                <a:ea typeface="Work Sans"/>
                <a:cs typeface="Work Sans"/>
              </a:defRPr>
            </a:lvl3pPr>
            <a:lvl4pPr algn="l">
              <a:defRPr sz="1350" b="0">
                <a:solidFill>
                  <a:srgbClr val="000000"/>
                </a:solidFill>
                <a:latin typeface="Work Sans"/>
                <a:ea typeface="Work Sans"/>
                <a:cs typeface="Work Sans"/>
              </a:defRPr>
            </a:lvl4pPr>
            <a:lvl5pPr algn="l">
              <a:defRPr sz="1350" b="0">
                <a:solidFill>
                  <a:srgbClr val="000000"/>
                </a:solidFill>
                <a:latin typeface="Work Sans"/>
                <a:ea typeface="Work Sans"/>
                <a:cs typeface="Work Sans"/>
              </a:defRPr>
            </a:lvl5pPr>
            <a:lvl6pPr algn="l">
              <a:defRPr sz="1350" b="0">
                <a:solidFill>
                  <a:srgbClr val="000000"/>
                </a:solidFill>
                <a:latin typeface="Work Sans"/>
                <a:ea typeface="Work Sans"/>
                <a:cs typeface="Work Sans"/>
              </a:defRPr>
            </a:lvl6pPr>
            <a:lvl7pPr algn="l">
              <a:defRPr sz="1350" b="0">
                <a:solidFill>
                  <a:srgbClr val="000000"/>
                </a:solidFill>
                <a:latin typeface="Work Sans"/>
                <a:ea typeface="Work Sans"/>
                <a:cs typeface="Work Sans"/>
              </a:defRPr>
            </a:lvl7pPr>
            <a:lvl8pPr algn="l">
              <a:defRPr sz="1350" b="0">
                <a:solidFill>
                  <a:srgbClr val="000000"/>
                </a:solidFill>
                <a:latin typeface="Work Sans"/>
                <a:ea typeface="Work Sans"/>
                <a:cs typeface="Work Sans"/>
              </a:defRPr>
            </a:lvl8pPr>
            <a:lvl9pPr algn="l">
              <a:defRPr sz="1350" b="0">
                <a:solidFill>
                  <a:srgbClr val="000000"/>
                </a:solidFill>
                <a:latin typeface="Work Sans"/>
                <a:ea typeface="Work Sans"/>
                <a:cs typeface="Work Sans"/>
              </a:defRPr>
            </a:lvl9pPr>
          </a:lstStyle>
          <a:p xmlns:a="http://schemas.openxmlformats.org/drawingml/2006/main">
            <a:pPr algn="l">
              <a:defRPr sz="1350" b="0">
                <a:solidFill>
                  <a:srgbClr val="000000"/>
                </a:solidFill>
                <a:latin typeface="Work Sans"/>
                <a:ea typeface="Work Sans"/>
                <a:cs typeface="Work Sans"/>
              </a:defRPr>
            </a:pPr>
            <a:r>
              <a:rPr sz="1350" b="0">
                <a:solidFill>
                  <a:srgbClr val="000000"/>
                </a:solidFill>
                <a:latin typeface="Work Sans"/>
                <a:ea typeface="Work Sans"/>
                <a:cs typeface="Work Sans"/>
              </a:rPr>
              <a:t>s = 255 × (r / 255)ᵞ</a:t>
            </a:r>
          </a:p>
          <a:p xmlns:a="http://schemas.openxmlformats.org/drawingml/2006/main">
            <a:pPr algn="l">
              <a:defRPr sz="1350" b="0">
                <a:solidFill>
                  <a:srgbClr val="000000"/>
                </a:solidFill>
                <a:latin typeface="Work Sans"/>
                <a:ea typeface="Work Sans"/>
                <a:cs typeface="Work Sans"/>
              </a:defRPr>
            </a:pPr>
            <a:r>
              <a:rPr sz="1350" b="0">
                <a:solidFill>
                  <a:srgbClr val="000000"/>
                </a:solidFill>
                <a:latin typeface="Work Sans"/>
                <a:ea typeface="Work Sans"/>
                <a:cs typeface="Work Sans"/>
              </a:rPr>
              <a:t>Gamma &lt; 1 nâng vùng tối.</a:t>
            </a:r>
          </a:p>
        </p:txBody>
      </p:sp>
    </p:spTree>
    <p:extLst>
      <p:ext uri="{BB962C8B-B14F-4D97-AF65-F5344CB8AC3E}">
        <p14:creationId xmlns:p14="http://schemas.microsoft.com/office/powerpoint/2010/main" val="112849259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8" name="GIẢM NHIỄU TRONG PIPELINE">
            <a:extLst xmlns:a="http://schemas.openxmlformats.org/drawingml/2006/main">
              <a:ext uri="{FF2B5EF4-FFF2-40B4-BE49-F238E27FC236}">
                <a16:creationId xmlns:a16="http://schemas.microsoft.com/office/drawing/2014/main" id="{842221E3-5B53-458D-9E92-BB7DB98E4DFA}"/>
              </a:ext>
            </a:extLst>
          </p:cNvPr>
          <p:cNvSpPr>
            <a:spLocks xmlns:a="http://schemas.openxmlformats.org/drawingml/2006/main" noGrp="1"/>
          </p:cNvSpPr>
          <p:nvPr/>
        </p:nvSpPr>
        <p:spPr>
          <a:xfrm xmlns:a="http://schemas.openxmlformats.org/drawingml/2006/main">
            <a:off x="228600" y="228600"/>
            <a:ext cx="8686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000000"/>
                </a:solidFill>
                <a:latin typeface="Hubot Sans"/>
                <a:ea typeface="Hubot Sans"/>
                <a:cs typeface="Hubot Sans"/>
              </a:defRPr>
            </a:defPPr>
            <a:lvl1pPr algn="l">
              <a:defRPr sz="2550" b="0">
                <a:solidFill>
                  <a:srgbClr val="000000"/>
                </a:solidFill>
                <a:latin typeface="Hubot Sans"/>
                <a:ea typeface="Hubot Sans"/>
                <a:cs typeface="Hubot Sans"/>
              </a:defRPr>
            </a:lvl1pPr>
            <a:lvl2pPr algn="l">
              <a:defRPr sz="2550" b="0">
                <a:solidFill>
                  <a:srgbClr val="000000"/>
                </a:solidFill>
                <a:latin typeface="Hubot Sans"/>
                <a:ea typeface="Hubot Sans"/>
                <a:cs typeface="Hubot Sans"/>
              </a:defRPr>
            </a:lvl2pPr>
            <a:lvl3pPr algn="l">
              <a:defRPr sz="2550" b="0">
                <a:solidFill>
                  <a:srgbClr val="000000"/>
                </a:solidFill>
                <a:latin typeface="Hubot Sans"/>
                <a:ea typeface="Hubot Sans"/>
                <a:cs typeface="Hubot Sans"/>
              </a:defRPr>
            </a:lvl3pPr>
            <a:lvl4pPr algn="l">
              <a:defRPr sz="2550" b="0">
                <a:solidFill>
                  <a:srgbClr val="000000"/>
                </a:solidFill>
                <a:latin typeface="Hubot Sans"/>
                <a:ea typeface="Hubot Sans"/>
                <a:cs typeface="Hubot Sans"/>
              </a:defRPr>
            </a:lvl4pPr>
            <a:lvl5pPr algn="l">
              <a:defRPr sz="2550" b="0">
                <a:solidFill>
                  <a:srgbClr val="000000"/>
                </a:solidFill>
                <a:latin typeface="Hubot Sans"/>
                <a:ea typeface="Hubot Sans"/>
                <a:cs typeface="Hubot Sans"/>
              </a:defRPr>
            </a:lvl5pPr>
            <a:lvl6pPr algn="l">
              <a:defRPr sz="2550" b="0">
                <a:solidFill>
                  <a:srgbClr val="000000"/>
                </a:solidFill>
                <a:latin typeface="Hubot Sans"/>
                <a:ea typeface="Hubot Sans"/>
                <a:cs typeface="Hubot Sans"/>
              </a:defRPr>
            </a:lvl6pPr>
            <a:lvl7pPr algn="l">
              <a:defRPr sz="2550" b="0">
                <a:solidFill>
                  <a:srgbClr val="000000"/>
                </a:solidFill>
                <a:latin typeface="Hubot Sans"/>
                <a:ea typeface="Hubot Sans"/>
                <a:cs typeface="Hubot Sans"/>
              </a:defRPr>
            </a:lvl7pPr>
            <a:lvl8pPr algn="l">
              <a:defRPr sz="2550" b="0">
                <a:solidFill>
                  <a:srgbClr val="000000"/>
                </a:solidFill>
                <a:latin typeface="Hubot Sans"/>
                <a:ea typeface="Hubot Sans"/>
                <a:cs typeface="Hubot Sans"/>
              </a:defRPr>
            </a:lvl8pPr>
            <a:lvl9pPr algn="l">
              <a:defRPr sz="2550" b="0">
                <a:solidFill>
                  <a:srgbClr val="000000"/>
                </a:solidFill>
                <a:latin typeface="Hubot Sans"/>
                <a:ea typeface="Hubot Sans"/>
                <a:cs typeface="Hubot Sans"/>
              </a:defRPr>
            </a:lvl9pPr>
          </a:lstStyle>
          <a:p xmlns:a="http://schemas.openxmlformats.org/drawingml/2006/main">
            <a:pPr algn="l">
              <a:defRPr sz="2550" b="0">
                <a:solidFill>
                  <a:srgbClr val="000000"/>
                </a:solidFill>
                <a:latin typeface="Hubot Sans"/>
                <a:ea typeface="Hubot Sans"/>
                <a:cs typeface="Hubot Sans"/>
              </a:defRPr>
            </a:pPr>
            <a:r>
              <a:rPr sz="2550" b="0">
                <a:solidFill>
                  <a:srgbClr val="000000"/>
                </a:solidFill>
                <a:latin typeface="Hubot Sans"/>
                <a:ea typeface="Hubot Sans"/>
                <a:cs typeface="Hubot Sans"/>
              </a:rPr>
              <a:t>GIẢM NHIỄU TRONG PIPELINE</a:t>
            </a:r>
          </a:p>
        </p:txBody>
      </p:sp>
      <p:sp>
        <p:nvSpPr>
          <p:cNvPr id="2" name="Ảnh nhiễu tổng hợp">
            <a:extLst xmlns:a="http://schemas.openxmlformats.org/drawingml/2006/main">
              <a:ext uri="{FF2B5EF4-FFF2-40B4-BE49-F238E27FC236}">
                <a16:creationId xmlns:a16="http://schemas.microsoft.com/office/drawing/2014/main" id="{844E97E5-0E4F-46BE-8252-E6AAC9438308}"/>
              </a:ext>
            </a:extLst>
          </p:cNvPr>
          <p:cNvSpPr>
            <a:spLocks xmlns:a="http://schemas.openxmlformats.org/drawingml/2006/main" noGrp="1"/>
          </p:cNvSpPr>
          <p:nvPr/>
        </p:nvSpPr>
        <p:spPr>
          <a:xfrm xmlns:a="http://schemas.openxmlformats.org/drawingml/2006/main">
            <a:off x="228600" y="10477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0000"/>
                </a:solidFill>
                <a:latin typeface="Work Sans"/>
                <a:ea typeface="Work Sans"/>
                <a:cs typeface="Work Sans"/>
              </a:defRPr>
            </a:defPPr>
            <a:lvl1pPr algn="l">
              <a:defRPr sz="1800" b="1">
                <a:solidFill>
                  <a:srgbClr val="000000"/>
                </a:solidFill>
                <a:latin typeface="Work Sans"/>
                <a:ea typeface="Work Sans"/>
                <a:cs typeface="Work Sans"/>
              </a:defRPr>
            </a:lvl1pPr>
            <a:lvl2pPr algn="l">
              <a:defRPr sz="1800" b="1">
                <a:solidFill>
                  <a:srgbClr val="000000"/>
                </a:solidFill>
                <a:latin typeface="Work Sans"/>
                <a:ea typeface="Work Sans"/>
                <a:cs typeface="Work Sans"/>
              </a:defRPr>
            </a:lvl2pPr>
            <a:lvl3pPr algn="l">
              <a:defRPr sz="1800" b="1">
                <a:solidFill>
                  <a:srgbClr val="000000"/>
                </a:solidFill>
                <a:latin typeface="Work Sans"/>
                <a:ea typeface="Work Sans"/>
                <a:cs typeface="Work Sans"/>
              </a:defRPr>
            </a:lvl3pPr>
            <a:lvl4pPr algn="l">
              <a:defRPr sz="1800" b="1">
                <a:solidFill>
                  <a:srgbClr val="000000"/>
                </a:solidFill>
                <a:latin typeface="Work Sans"/>
                <a:ea typeface="Work Sans"/>
                <a:cs typeface="Work Sans"/>
              </a:defRPr>
            </a:lvl4pPr>
            <a:lvl5pPr algn="l">
              <a:defRPr sz="1800" b="1">
                <a:solidFill>
                  <a:srgbClr val="000000"/>
                </a:solidFill>
                <a:latin typeface="Work Sans"/>
                <a:ea typeface="Work Sans"/>
                <a:cs typeface="Work Sans"/>
              </a:defRPr>
            </a:lvl5pPr>
            <a:lvl6pPr algn="l">
              <a:defRPr sz="1800" b="1">
                <a:solidFill>
                  <a:srgbClr val="000000"/>
                </a:solidFill>
                <a:latin typeface="Work Sans"/>
                <a:ea typeface="Work Sans"/>
                <a:cs typeface="Work Sans"/>
              </a:defRPr>
            </a:lvl6pPr>
            <a:lvl7pPr algn="l">
              <a:defRPr sz="1800" b="1">
                <a:solidFill>
                  <a:srgbClr val="000000"/>
                </a:solidFill>
                <a:latin typeface="Work Sans"/>
                <a:ea typeface="Work Sans"/>
                <a:cs typeface="Work Sans"/>
              </a:defRPr>
            </a:lvl7pPr>
            <a:lvl8pPr algn="l">
              <a:defRPr sz="1800" b="1">
                <a:solidFill>
                  <a:srgbClr val="000000"/>
                </a:solidFill>
                <a:latin typeface="Work Sans"/>
                <a:ea typeface="Work Sans"/>
                <a:cs typeface="Work Sans"/>
              </a:defRPr>
            </a:lvl8pPr>
            <a:lvl9pPr algn="l">
              <a:defRPr sz="1800" b="1">
                <a:solidFill>
                  <a:srgbClr val="000000"/>
                </a:solidFill>
                <a:latin typeface="Work Sans"/>
                <a:ea typeface="Work Sans"/>
                <a:cs typeface="Work Sans"/>
              </a:defRPr>
            </a:lvl9pPr>
          </a:lstStyle>
          <a:p xmlns:a="http://schemas.openxmlformats.org/drawingml/2006/main">
            <a:pPr algn="l">
              <a:defRPr sz="1800" b="1">
                <a:solidFill>
                  <a:srgbClr val="000000"/>
                </a:solidFill>
                <a:latin typeface="Work Sans"/>
                <a:ea typeface="Work Sans"/>
                <a:cs typeface="Work Sans"/>
              </a:defRPr>
            </a:pPr>
            <a:r>
              <a:rPr sz="1800" b="1">
                <a:solidFill>
                  <a:srgbClr val="000000"/>
                </a:solidFill>
                <a:latin typeface="Work Sans"/>
                <a:ea typeface="Work Sans"/>
                <a:cs typeface="Work Sans"/>
              </a:rPr>
              <a:t>Ảnh nhiễu tổng hợp</a:t>
            </a:r>
          </a:p>
        </p:txBody>
      </p:sp>
      <p:sp>
        <p:nvSpPr>
          <p:cNvPr id="3" name="Sau gamma và trung vị">
            <a:extLst xmlns:a="http://schemas.openxmlformats.org/drawingml/2006/main">
              <a:ext uri="{FF2B5EF4-FFF2-40B4-BE49-F238E27FC236}">
                <a16:creationId xmlns:a16="http://schemas.microsoft.com/office/drawing/2014/main" id="{6685638E-B7F2-42A3-BAD4-8BEF0FFE32F1}"/>
              </a:ext>
            </a:extLst>
          </p:cNvPr>
          <p:cNvSpPr>
            <a:spLocks xmlns:a="http://schemas.openxmlformats.org/drawingml/2006/main" noGrp="1"/>
          </p:cNvSpPr>
          <p:nvPr/>
        </p:nvSpPr>
        <p:spPr>
          <a:xfrm xmlns:a="http://schemas.openxmlformats.org/drawingml/2006/main">
            <a:off x="4762500" y="10477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0000"/>
                </a:solidFill>
                <a:latin typeface="Work Sans"/>
                <a:ea typeface="Work Sans"/>
                <a:cs typeface="Work Sans"/>
              </a:defRPr>
            </a:defPPr>
            <a:lvl1pPr algn="l">
              <a:defRPr sz="1800" b="1">
                <a:solidFill>
                  <a:srgbClr val="000000"/>
                </a:solidFill>
                <a:latin typeface="Work Sans"/>
                <a:ea typeface="Work Sans"/>
                <a:cs typeface="Work Sans"/>
              </a:defRPr>
            </a:lvl1pPr>
            <a:lvl2pPr algn="l">
              <a:defRPr sz="1800" b="1">
                <a:solidFill>
                  <a:srgbClr val="000000"/>
                </a:solidFill>
                <a:latin typeface="Work Sans"/>
                <a:ea typeface="Work Sans"/>
                <a:cs typeface="Work Sans"/>
              </a:defRPr>
            </a:lvl2pPr>
            <a:lvl3pPr algn="l">
              <a:defRPr sz="1800" b="1">
                <a:solidFill>
                  <a:srgbClr val="000000"/>
                </a:solidFill>
                <a:latin typeface="Work Sans"/>
                <a:ea typeface="Work Sans"/>
                <a:cs typeface="Work Sans"/>
              </a:defRPr>
            </a:lvl3pPr>
            <a:lvl4pPr algn="l">
              <a:defRPr sz="1800" b="1">
                <a:solidFill>
                  <a:srgbClr val="000000"/>
                </a:solidFill>
                <a:latin typeface="Work Sans"/>
                <a:ea typeface="Work Sans"/>
                <a:cs typeface="Work Sans"/>
              </a:defRPr>
            </a:lvl4pPr>
            <a:lvl5pPr algn="l">
              <a:defRPr sz="1800" b="1">
                <a:solidFill>
                  <a:srgbClr val="000000"/>
                </a:solidFill>
                <a:latin typeface="Work Sans"/>
                <a:ea typeface="Work Sans"/>
                <a:cs typeface="Work Sans"/>
              </a:defRPr>
            </a:lvl5pPr>
            <a:lvl6pPr algn="l">
              <a:defRPr sz="1800" b="1">
                <a:solidFill>
                  <a:srgbClr val="000000"/>
                </a:solidFill>
                <a:latin typeface="Work Sans"/>
                <a:ea typeface="Work Sans"/>
                <a:cs typeface="Work Sans"/>
              </a:defRPr>
            </a:lvl6pPr>
            <a:lvl7pPr algn="l">
              <a:defRPr sz="1800" b="1">
                <a:solidFill>
                  <a:srgbClr val="000000"/>
                </a:solidFill>
                <a:latin typeface="Work Sans"/>
                <a:ea typeface="Work Sans"/>
                <a:cs typeface="Work Sans"/>
              </a:defRPr>
            </a:lvl7pPr>
            <a:lvl8pPr algn="l">
              <a:defRPr sz="1800" b="1">
                <a:solidFill>
                  <a:srgbClr val="000000"/>
                </a:solidFill>
                <a:latin typeface="Work Sans"/>
                <a:ea typeface="Work Sans"/>
                <a:cs typeface="Work Sans"/>
              </a:defRPr>
            </a:lvl8pPr>
            <a:lvl9pPr algn="l">
              <a:defRPr sz="1800" b="1">
                <a:solidFill>
                  <a:srgbClr val="000000"/>
                </a:solidFill>
                <a:latin typeface="Work Sans"/>
                <a:ea typeface="Work Sans"/>
                <a:cs typeface="Work Sans"/>
              </a:defRPr>
            </a:lvl9pPr>
          </a:lstStyle>
          <a:p xmlns:a="http://schemas.openxmlformats.org/drawingml/2006/main">
            <a:pPr algn="l">
              <a:defRPr sz="1800" b="1">
                <a:solidFill>
                  <a:srgbClr val="000000"/>
                </a:solidFill>
                <a:latin typeface="Work Sans"/>
                <a:ea typeface="Work Sans"/>
                <a:cs typeface="Work Sans"/>
              </a:defRPr>
            </a:pPr>
            <a:r>
              <a:rPr sz="1800" b="1">
                <a:solidFill>
                  <a:srgbClr val="000000"/>
                </a:solidFill>
                <a:latin typeface="Work Sans"/>
                <a:ea typeface="Work Sans"/>
                <a:cs typeface="Work Sans"/>
              </a:rPr>
              <a:t>Sau gamma và trung vị</a:t>
            </a:r>
          </a:p>
        </p:txBody>
      </p:sp>
      <p:pic>
        <p:nvPicPr>
          <p:cNvPr id="4" name="">
            <a:extLst xmlns:a="http://schemas.openxmlformats.org/drawingml/2006/main">
              <a:ext uri="{FF2B5EF4-FFF2-40B4-BE49-F238E27FC236}">
                <a16:creationId xmlns:a16="http://schemas.microsoft.com/office/drawing/2014/main" id="{7A711E34-B1E1-4EC4-BA74-CEEF9899C17A}"/>
              </a:ext>
            </a:extLst>
          </p:cNvPr>
          <p:cNvPicPr>
            <a:picLocks xmlns:a="http://schemas.openxmlformats.org/drawingml/2006/main" noChangeAspect="1"/>
          </p:cNvPicPr>
          <p:nvPr/>
        </p:nvPicPr>
        <p:blipFill>
          <a:blip xmlns:r="http://schemas.openxmlformats.org/officeDocument/2006/relationships" xmlns:a="http://schemas.openxmlformats.org/drawingml/2006/main" r:embed="Rca307cf8dd494587"/>
          <a:stretch xmlns:a="http://schemas.openxmlformats.org/drawingml/2006/main"/>
        </p:blipFill>
        <p:spPr>
          <a:xfrm xmlns:a="http://schemas.openxmlformats.org/drawingml/2006/main">
            <a:off x="228600" y="1586508"/>
            <a:ext cx="4095750" cy="2303859"/>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0491E275-3CA4-44D3-84DC-735212225BA4}"/>
              </a:ext>
            </a:extLst>
          </p:cNvPr>
          <p:cNvPicPr>
            <a:picLocks xmlns:a="http://schemas.openxmlformats.org/drawingml/2006/main" noChangeAspect="1"/>
          </p:cNvPicPr>
          <p:nvPr/>
        </p:nvPicPr>
        <p:blipFill>
          <a:blip xmlns:r="http://schemas.openxmlformats.org/officeDocument/2006/relationships" xmlns:a="http://schemas.openxmlformats.org/drawingml/2006/main" r:embed="R4a6dd510ca0c4523"/>
          <a:stretch xmlns:a="http://schemas.openxmlformats.org/drawingml/2006/main"/>
        </p:blipFill>
        <p:spPr>
          <a:xfrm xmlns:a="http://schemas.openxmlformats.org/drawingml/2006/main">
            <a:off x="4762500" y="1586508"/>
            <a:ext cx="4095750" cy="2303859"/>
          </a:xfrm>
          <a:prstGeom xmlns:a="http://schemas.openxmlformats.org/drawingml/2006/main" prst="rect">
            <a:avLst/>
          </a:prstGeom>
        </p:spPr>
      </p:pic>
      <p:sp>
        <p:nvSpPr>
          <p:cNvPr id="6" name="Nhiễu Gaussian σ = 28 trên ảnh màu đầu vào.">
            <a:extLst xmlns:a="http://schemas.openxmlformats.org/drawingml/2006/main">
              <a:ext uri="{FF2B5EF4-FFF2-40B4-BE49-F238E27FC236}">
                <a16:creationId xmlns:a16="http://schemas.microsoft.com/office/drawing/2014/main" id="{9BB8F200-0B80-4DFB-BC4D-FC4DCC794271}"/>
              </a:ext>
            </a:extLst>
          </p:cNvPr>
          <p:cNvSpPr>
            <a:spLocks xmlns:a="http://schemas.openxmlformats.org/drawingml/2006/main" noGrp="1"/>
          </p:cNvSpPr>
          <p:nvPr/>
        </p:nvSpPr>
        <p:spPr>
          <a:xfrm xmlns:a="http://schemas.openxmlformats.org/drawingml/2006/main">
            <a:off x="228600" y="4143375"/>
            <a:ext cx="409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0000"/>
                </a:solidFill>
                <a:latin typeface="Work Sans"/>
                <a:ea typeface="Work Sans"/>
                <a:cs typeface="Work Sans"/>
              </a:defRPr>
            </a:defPPr>
            <a:lvl1pPr algn="l">
              <a:defRPr sz="1350" b="0">
                <a:solidFill>
                  <a:srgbClr val="000000"/>
                </a:solidFill>
                <a:latin typeface="Work Sans"/>
                <a:ea typeface="Work Sans"/>
                <a:cs typeface="Work Sans"/>
              </a:defRPr>
            </a:lvl1pPr>
            <a:lvl2pPr algn="l">
              <a:defRPr sz="1350" b="0">
                <a:solidFill>
                  <a:srgbClr val="000000"/>
                </a:solidFill>
                <a:latin typeface="Work Sans"/>
                <a:ea typeface="Work Sans"/>
                <a:cs typeface="Work Sans"/>
              </a:defRPr>
            </a:lvl2pPr>
            <a:lvl3pPr algn="l">
              <a:defRPr sz="1350" b="0">
                <a:solidFill>
                  <a:srgbClr val="000000"/>
                </a:solidFill>
                <a:latin typeface="Work Sans"/>
                <a:ea typeface="Work Sans"/>
                <a:cs typeface="Work Sans"/>
              </a:defRPr>
            </a:lvl3pPr>
            <a:lvl4pPr algn="l">
              <a:defRPr sz="1350" b="0">
                <a:solidFill>
                  <a:srgbClr val="000000"/>
                </a:solidFill>
                <a:latin typeface="Work Sans"/>
                <a:ea typeface="Work Sans"/>
                <a:cs typeface="Work Sans"/>
              </a:defRPr>
            </a:lvl4pPr>
            <a:lvl5pPr algn="l">
              <a:defRPr sz="1350" b="0">
                <a:solidFill>
                  <a:srgbClr val="000000"/>
                </a:solidFill>
                <a:latin typeface="Work Sans"/>
                <a:ea typeface="Work Sans"/>
                <a:cs typeface="Work Sans"/>
              </a:defRPr>
            </a:lvl5pPr>
            <a:lvl6pPr algn="l">
              <a:defRPr sz="1350" b="0">
                <a:solidFill>
                  <a:srgbClr val="000000"/>
                </a:solidFill>
                <a:latin typeface="Work Sans"/>
                <a:ea typeface="Work Sans"/>
                <a:cs typeface="Work Sans"/>
              </a:defRPr>
            </a:lvl6pPr>
            <a:lvl7pPr algn="l">
              <a:defRPr sz="1350" b="0">
                <a:solidFill>
                  <a:srgbClr val="000000"/>
                </a:solidFill>
                <a:latin typeface="Work Sans"/>
                <a:ea typeface="Work Sans"/>
                <a:cs typeface="Work Sans"/>
              </a:defRPr>
            </a:lvl7pPr>
            <a:lvl8pPr algn="l">
              <a:defRPr sz="1350" b="0">
                <a:solidFill>
                  <a:srgbClr val="000000"/>
                </a:solidFill>
                <a:latin typeface="Work Sans"/>
                <a:ea typeface="Work Sans"/>
                <a:cs typeface="Work Sans"/>
              </a:defRPr>
            </a:lvl8pPr>
            <a:lvl9pPr algn="l">
              <a:defRPr sz="1350" b="0">
                <a:solidFill>
                  <a:srgbClr val="000000"/>
                </a:solidFill>
                <a:latin typeface="Work Sans"/>
                <a:ea typeface="Work Sans"/>
                <a:cs typeface="Work Sans"/>
              </a:defRPr>
            </a:lvl9pPr>
          </a:lstStyle>
          <a:p xmlns:a="http://schemas.openxmlformats.org/drawingml/2006/main">
            <a:pPr algn="l">
              <a:defRPr sz="1350" b="0">
                <a:solidFill>
                  <a:srgbClr val="000000"/>
                </a:solidFill>
                <a:latin typeface="Work Sans"/>
                <a:ea typeface="Work Sans"/>
                <a:cs typeface="Work Sans"/>
              </a:defRPr>
            </a:pPr>
            <a:r>
              <a:rPr sz="1350" b="0">
                <a:solidFill>
                  <a:srgbClr val="000000"/>
                </a:solidFill>
                <a:latin typeface="Work Sans"/>
                <a:ea typeface="Work Sans"/>
                <a:cs typeface="Work Sans"/>
              </a:rPr>
              <a:t>Nhiễu Gaussian σ = 28</a:t>
            </a:r>
          </a:p>
          <a:p xmlns:a="http://schemas.openxmlformats.org/drawingml/2006/main">
            <a:pPr algn="l">
              <a:defRPr sz="1350" b="0">
                <a:solidFill>
                  <a:srgbClr val="000000"/>
                </a:solidFill>
                <a:latin typeface="Work Sans"/>
                <a:ea typeface="Work Sans"/>
                <a:cs typeface="Work Sans"/>
              </a:defRPr>
            </a:pPr>
            <a:r>
              <a:rPr sz="1350" b="0">
                <a:solidFill>
                  <a:srgbClr val="000000"/>
                </a:solidFill>
                <a:latin typeface="Work Sans"/>
                <a:ea typeface="Work Sans"/>
                <a:cs typeface="Work Sans"/>
              </a:rPr>
              <a:t>trên ảnh màu đầu vào.</a:t>
            </a:r>
          </a:p>
        </p:txBody>
      </p:sp>
      <p:sp>
        <p:nvSpPr>
          <p:cNvPr id="7" name="Trung vị 5 × 5 giảm nhiễu điểm. Có thể mất chi tiết nhỏ.">
            <a:extLst xmlns:a="http://schemas.openxmlformats.org/drawingml/2006/main">
              <a:ext uri="{FF2B5EF4-FFF2-40B4-BE49-F238E27FC236}">
                <a16:creationId xmlns:a16="http://schemas.microsoft.com/office/drawing/2014/main" id="{62E8C9CB-7F60-48F0-BA96-1FFDA040BCA0}"/>
              </a:ext>
            </a:extLst>
          </p:cNvPr>
          <p:cNvSpPr>
            <a:spLocks xmlns:a="http://schemas.openxmlformats.org/drawingml/2006/main" noGrp="1"/>
          </p:cNvSpPr>
          <p:nvPr/>
        </p:nvSpPr>
        <p:spPr>
          <a:xfrm xmlns:a="http://schemas.openxmlformats.org/drawingml/2006/main">
            <a:off x="4762500" y="4143375"/>
            <a:ext cx="409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0000"/>
                </a:solidFill>
                <a:latin typeface="Work Sans"/>
                <a:ea typeface="Work Sans"/>
                <a:cs typeface="Work Sans"/>
              </a:defRPr>
            </a:defPPr>
            <a:lvl1pPr algn="l">
              <a:defRPr sz="1350" b="0">
                <a:solidFill>
                  <a:srgbClr val="000000"/>
                </a:solidFill>
                <a:latin typeface="Work Sans"/>
                <a:ea typeface="Work Sans"/>
                <a:cs typeface="Work Sans"/>
              </a:defRPr>
            </a:lvl1pPr>
            <a:lvl2pPr algn="l">
              <a:defRPr sz="1350" b="0">
                <a:solidFill>
                  <a:srgbClr val="000000"/>
                </a:solidFill>
                <a:latin typeface="Work Sans"/>
                <a:ea typeface="Work Sans"/>
                <a:cs typeface="Work Sans"/>
              </a:defRPr>
            </a:lvl2pPr>
            <a:lvl3pPr algn="l">
              <a:defRPr sz="1350" b="0">
                <a:solidFill>
                  <a:srgbClr val="000000"/>
                </a:solidFill>
                <a:latin typeface="Work Sans"/>
                <a:ea typeface="Work Sans"/>
                <a:cs typeface="Work Sans"/>
              </a:defRPr>
            </a:lvl3pPr>
            <a:lvl4pPr algn="l">
              <a:defRPr sz="1350" b="0">
                <a:solidFill>
                  <a:srgbClr val="000000"/>
                </a:solidFill>
                <a:latin typeface="Work Sans"/>
                <a:ea typeface="Work Sans"/>
                <a:cs typeface="Work Sans"/>
              </a:defRPr>
            </a:lvl4pPr>
            <a:lvl5pPr algn="l">
              <a:defRPr sz="1350" b="0">
                <a:solidFill>
                  <a:srgbClr val="000000"/>
                </a:solidFill>
                <a:latin typeface="Work Sans"/>
                <a:ea typeface="Work Sans"/>
                <a:cs typeface="Work Sans"/>
              </a:defRPr>
            </a:lvl5pPr>
            <a:lvl6pPr algn="l">
              <a:defRPr sz="1350" b="0">
                <a:solidFill>
                  <a:srgbClr val="000000"/>
                </a:solidFill>
                <a:latin typeface="Work Sans"/>
                <a:ea typeface="Work Sans"/>
                <a:cs typeface="Work Sans"/>
              </a:defRPr>
            </a:lvl6pPr>
            <a:lvl7pPr algn="l">
              <a:defRPr sz="1350" b="0">
                <a:solidFill>
                  <a:srgbClr val="000000"/>
                </a:solidFill>
                <a:latin typeface="Work Sans"/>
                <a:ea typeface="Work Sans"/>
                <a:cs typeface="Work Sans"/>
              </a:defRPr>
            </a:lvl7pPr>
            <a:lvl8pPr algn="l">
              <a:defRPr sz="1350" b="0">
                <a:solidFill>
                  <a:srgbClr val="000000"/>
                </a:solidFill>
                <a:latin typeface="Work Sans"/>
                <a:ea typeface="Work Sans"/>
                <a:cs typeface="Work Sans"/>
              </a:defRPr>
            </a:lvl8pPr>
            <a:lvl9pPr algn="l">
              <a:defRPr sz="1350" b="0">
                <a:solidFill>
                  <a:srgbClr val="000000"/>
                </a:solidFill>
                <a:latin typeface="Work Sans"/>
                <a:ea typeface="Work Sans"/>
                <a:cs typeface="Work Sans"/>
              </a:defRPr>
            </a:lvl9pPr>
          </a:lstStyle>
          <a:p xmlns:a="http://schemas.openxmlformats.org/drawingml/2006/main">
            <a:pPr algn="l">
              <a:defRPr sz="1350" b="0">
                <a:solidFill>
                  <a:srgbClr val="000000"/>
                </a:solidFill>
                <a:latin typeface="Work Sans"/>
                <a:ea typeface="Work Sans"/>
                <a:cs typeface="Work Sans"/>
              </a:defRPr>
            </a:pPr>
            <a:r>
              <a:rPr sz="1350" b="0">
                <a:solidFill>
                  <a:srgbClr val="000000"/>
                </a:solidFill>
                <a:latin typeface="Work Sans"/>
                <a:ea typeface="Work Sans"/>
                <a:cs typeface="Work Sans"/>
              </a:rPr>
              <a:t>Trung vị 5 × 5 giảm nhiễu điểm.</a:t>
            </a:r>
          </a:p>
          <a:p xmlns:a="http://schemas.openxmlformats.org/drawingml/2006/main">
            <a:pPr algn="l">
              <a:defRPr sz="1350" b="0">
                <a:solidFill>
                  <a:srgbClr val="000000"/>
                </a:solidFill>
                <a:latin typeface="Work Sans"/>
                <a:ea typeface="Work Sans"/>
                <a:cs typeface="Work Sans"/>
              </a:defRPr>
            </a:pPr>
            <a:r>
              <a:rPr sz="1350" b="0">
                <a:solidFill>
                  <a:srgbClr val="000000"/>
                </a:solidFill>
                <a:latin typeface="Work Sans"/>
                <a:ea typeface="Work Sans"/>
                <a:cs typeface="Work Sans"/>
              </a:rPr>
              <a:t>Có thể mất chi tiết nhỏ.</a:t>
            </a:r>
          </a:p>
        </p:txBody>
      </p:sp>
    </p:spTree>
    <p:extLst>
      <p:ext uri="{BB962C8B-B14F-4D97-AF65-F5344CB8AC3E}">
        <p14:creationId xmlns:p14="http://schemas.microsoft.com/office/powerpoint/2010/main" val="112849259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9" name="KÊNH ĐỎ VÀ TƯƠNG PHẢN">
            <a:extLst xmlns:a="http://schemas.openxmlformats.org/drawingml/2006/main">
              <a:ext uri="{FF2B5EF4-FFF2-40B4-BE49-F238E27FC236}">
                <a16:creationId xmlns:a16="http://schemas.microsoft.com/office/drawing/2014/main" id="{7B43110A-A254-4D94-94E2-03B7CDB980EA}"/>
              </a:ext>
            </a:extLst>
          </p:cNvPr>
          <p:cNvSpPr>
            <a:spLocks xmlns:a="http://schemas.openxmlformats.org/drawingml/2006/main" noGrp="1"/>
          </p:cNvSpPr>
          <p:nvPr/>
        </p:nvSpPr>
        <p:spPr>
          <a:xfrm xmlns:a="http://schemas.openxmlformats.org/drawingml/2006/main">
            <a:off x="228600" y="228600"/>
            <a:ext cx="8686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000000"/>
                </a:solidFill>
                <a:latin typeface="Hubot Sans"/>
                <a:ea typeface="Hubot Sans"/>
                <a:cs typeface="Hubot Sans"/>
              </a:defRPr>
            </a:defPPr>
            <a:lvl1pPr algn="l">
              <a:defRPr sz="2550" b="0">
                <a:solidFill>
                  <a:srgbClr val="000000"/>
                </a:solidFill>
                <a:latin typeface="Hubot Sans"/>
                <a:ea typeface="Hubot Sans"/>
                <a:cs typeface="Hubot Sans"/>
              </a:defRPr>
            </a:lvl1pPr>
            <a:lvl2pPr algn="l">
              <a:defRPr sz="2550" b="0">
                <a:solidFill>
                  <a:srgbClr val="000000"/>
                </a:solidFill>
                <a:latin typeface="Hubot Sans"/>
                <a:ea typeface="Hubot Sans"/>
                <a:cs typeface="Hubot Sans"/>
              </a:defRPr>
            </a:lvl2pPr>
            <a:lvl3pPr algn="l">
              <a:defRPr sz="2550" b="0">
                <a:solidFill>
                  <a:srgbClr val="000000"/>
                </a:solidFill>
                <a:latin typeface="Hubot Sans"/>
                <a:ea typeface="Hubot Sans"/>
                <a:cs typeface="Hubot Sans"/>
              </a:defRPr>
            </a:lvl3pPr>
            <a:lvl4pPr algn="l">
              <a:defRPr sz="2550" b="0">
                <a:solidFill>
                  <a:srgbClr val="000000"/>
                </a:solidFill>
                <a:latin typeface="Hubot Sans"/>
                <a:ea typeface="Hubot Sans"/>
                <a:cs typeface="Hubot Sans"/>
              </a:defRPr>
            </a:lvl4pPr>
            <a:lvl5pPr algn="l">
              <a:defRPr sz="2550" b="0">
                <a:solidFill>
                  <a:srgbClr val="000000"/>
                </a:solidFill>
                <a:latin typeface="Hubot Sans"/>
                <a:ea typeface="Hubot Sans"/>
                <a:cs typeface="Hubot Sans"/>
              </a:defRPr>
            </a:lvl5pPr>
            <a:lvl6pPr algn="l">
              <a:defRPr sz="2550" b="0">
                <a:solidFill>
                  <a:srgbClr val="000000"/>
                </a:solidFill>
                <a:latin typeface="Hubot Sans"/>
                <a:ea typeface="Hubot Sans"/>
                <a:cs typeface="Hubot Sans"/>
              </a:defRPr>
            </a:lvl6pPr>
            <a:lvl7pPr algn="l">
              <a:defRPr sz="2550" b="0">
                <a:solidFill>
                  <a:srgbClr val="000000"/>
                </a:solidFill>
                <a:latin typeface="Hubot Sans"/>
                <a:ea typeface="Hubot Sans"/>
                <a:cs typeface="Hubot Sans"/>
              </a:defRPr>
            </a:lvl7pPr>
            <a:lvl8pPr algn="l">
              <a:defRPr sz="2550" b="0">
                <a:solidFill>
                  <a:srgbClr val="000000"/>
                </a:solidFill>
                <a:latin typeface="Hubot Sans"/>
                <a:ea typeface="Hubot Sans"/>
                <a:cs typeface="Hubot Sans"/>
              </a:defRPr>
            </a:lvl8pPr>
            <a:lvl9pPr algn="l">
              <a:defRPr sz="2550" b="0">
                <a:solidFill>
                  <a:srgbClr val="000000"/>
                </a:solidFill>
                <a:latin typeface="Hubot Sans"/>
                <a:ea typeface="Hubot Sans"/>
                <a:cs typeface="Hubot Sans"/>
              </a:defRPr>
            </a:lvl9pPr>
          </a:lstStyle>
          <a:p xmlns:a="http://schemas.openxmlformats.org/drawingml/2006/main">
            <a:pPr algn="l">
              <a:defRPr sz="2550" b="0">
                <a:solidFill>
                  <a:srgbClr val="000000"/>
                </a:solidFill>
                <a:latin typeface="Hubot Sans"/>
                <a:ea typeface="Hubot Sans"/>
                <a:cs typeface="Hubot Sans"/>
              </a:defRPr>
            </a:pPr>
            <a:r>
              <a:rPr sz="2550" b="0">
                <a:solidFill>
                  <a:srgbClr val="000000"/>
                </a:solidFill>
                <a:latin typeface="Hubot Sans"/>
                <a:ea typeface="Hubot Sans"/>
                <a:cs typeface="Hubot Sans"/>
              </a:rPr>
              <a:t>KÊNH ĐỎ VÀ TƯƠNG PHẢN</a:t>
            </a:r>
          </a:p>
        </p:txBody>
      </p:sp>
      <p:sp>
        <p:nvSpPr>
          <p:cNvPr id="2" name="Ảnh xám">
            <a:extLst xmlns:a="http://schemas.openxmlformats.org/drawingml/2006/main">
              <a:ext uri="{FF2B5EF4-FFF2-40B4-BE49-F238E27FC236}">
                <a16:creationId xmlns:a16="http://schemas.microsoft.com/office/drawing/2014/main" id="{1102B610-959C-450B-A2B5-F90E7FAAEB6F}"/>
              </a:ext>
            </a:extLst>
          </p:cNvPr>
          <p:cNvSpPr>
            <a:spLocks xmlns:a="http://schemas.openxmlformats.org/drawingml/2006/main" noGrp="1"/>
          </p:cNvSpPr>
          <p:nvPr/>
        </p:nvSpPr>
        <p:spPr>
          <a:xfrm xmlns:a="http://schemas.openxmlformats.org/drawingml/2006/main">
            <a:off x="228600" y="1190625"/>
            <a:ext cx="274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0000"/>
                </a:solidFill>
                <a:latin typeface="Work Sans"/>
                <a:ea typeface="Work Sans"/>
                <a:cs typeface="Work Sans"/>
              </a:defRPr>
            </a:defPPr>
            <a:lvl1pPr algn="l">
              <a:defRPr sz="1725" b="1">
                <a:solidFill>
                  <a:srgbClr val="000000"/>
                </a:solidFill>
                <a:latin typeface="Work Sans"/>
                <a:ea typeface="Work Sans"/>
                <a:cs typeface="Work Sans"/>
              </a:defRPr>
            </a:lvl1pPr>
            <a:lvl2pPr algn="l">
              <a:defRPr sz="1725" b="1">
                <a:solidFill>
                  <a:srgbClr val="000000"/>
                </a:solidFill>
                <a:latin typeface="Work Sans"/>
                <a:ea typeface="Work Sans"/>
                <a:cs typeface="Work Sans"/>
              </a:defRPr>
            </a:lvl2pPr>
            <a:lvl3pPr algn="l">
              <a:defRPr sz="1725" b="1">
                <a:solidFill>
                  <a:srgbClr val="000000"/>
                </a:solidFill>
                <a:latin typeface="Work Sans"/>
                <a:ea typeface="Work Sans"/>
                <a:cs typeface="Work Sans"/>
              </a:defRPr>
            </a:lvl3pPr>
            <a:lvl4pPr algn="l">
              <a:defRPr sz="1725" b="1">
                <a:solidFill>
                  <a:srgbClr val="000000"/>
                </a:solidFill>
                <a:latin typeface="Work Sans"/>
                <a:ea typeface="Work Sans"/>
                <a:cs typeface="Work Sans"/>
              </a:defRPr>
            </a:lvl4pPr>
            <a:lvl5pPr algn="l">
              <a:defRPr sz="1725" b="1">
                <a:solidFill>
                  <a:srgbClr val="000000"/>
                </a:solidFill>
                <a:latin typeface="Work Sans"/>
                <a:ea typeface="Work Sans"/>
                <a:cs typeface="Work Sans"/>
              </a:defRPr>
            </a:lvl5pPr>
            <a:lvl6pPr algn="l">
              <a:defRPr sz="1725" b="1">
                <a:solidFill>
                  <a:srgbClr val="000000"/>
                </a:solidFill>
                <a:latin typeface="Work Sans"/>
                <a:ea typeface="Work Sans"/>
                <a:cs typeface="Work Sans"/>
              </a:defRPr>
            </a:lvl6pPr>
            <a:lvl7pPr algn="l">
              <a:defRPr sz="1725" b="1">
                <a:solidFill>
                  <a:srgbClr val="000000"/>
                </a:solidFill>
                <a:latin typeface="Work Sans"/>
                <a:ea typeface="Work Sans"/>
                <a:cs typeface="Work Sans"/>
              </a:defRPr>
            </a:lvl7pPr>
            <a:lvl8pPr algn="l">
              <a:defRPr sz="1725" b="1">
                <a:solidFill>
                  <a:srgbClr val="000000"/>
                </a:solidFill>
                <a:latin typeface="Work Sans"/>
                <a:ea typeface="Work Sans"/>
                <a:cs typeface="Work Sans"/>
              </a:defRPr>
            </a:lvl8pPr>
            <a:lvl9pPr algn="l">
              <a:defRPr sz="1725" b="1">
                <a:solidFill>
                  <a:srgbClr val="000000"/>
                </a:solidFill>
                <a:latin typeface="Work Sans"/>
                <a:ea typeface="Work Sans"/>
                <a:cs typeface="Work Sans"/>
              </a:defRPr>
            </a:lvl9pPr>
          </a:lstStyle>
          <a:p xmlns:a="http://schemas.openxmlformats.org/drawingml/2006/main">
            <a:pPr algn="l">
              <a:defRPr sz="1725" b="1">
                <a:solidFill>
                  <a:srgbClr val="000000"/>
                </a:solidFill>
                <a:latin typeface="Work Sans"/>
                <a:ea typeface="Work Sans"/>
                <a:cs typeface="Work Sans"/>
              </a:defRPr>
            </a:pPr>
            <a:r>
              <a:rPr sz="1725" b="1">
                <a:solidFill>
                  <a:srgbClr val="000000"/>
                </a:solidFill>
                <a:latin typeface="Work Sans"/>
                <a:ea typeface="Work Sans"/>
                <a:cs typeface="Work Sans"/>
              </a:rPr>
              <a:t>Ảnh xám</a:t>
            </a:r>
          </a:p>
        </p:txBody>
      </p:sp>
      <p:pic>
        <p:nvPicPr>
          <p:cNvPr id="3" name="">
            <a:extLst xmlns:a="http://schemas.openxmlformats.org/drawingml/2006/main">
              <a:ext uri="{FF2B5EF4-FFF2-40B4-BE49-F238E27FC236}">
                <a16:creationId xmlns:a16="http://schemas.microsoft.com/office/drawing/2014/main" id="{36745351-79CA-44AD-BE5F-8E6CE4D62F77}"/>
              </a:ext>
            </a:extLst>
          </p:cNvPr>
          <p:cNvPicPr>
            <a:picLocks xmlns:a="http://schemas.openxmlformats.org/drawingml/2006/main" noChangeAspect="1"/>
          </p:cNvPicPr>
          <p:nvPr/>
        </p:nvPicPr>
        <p:blipFill>
          <a:blip xmlns:r="http://schemas.openxmlformats.org/officeDocument/2006/relationships" xmlns:a="http://schemas.openxmlformats.org/drawingml/2006/main" r:embed="Rc53b9d128ad14de8"/>
          <a:stretch xmlns:a="http://schemas.openxmlformats.org/drawingml/2006/main"/>
        </p:blipFill>
        <p:spPr>
          <a:xfrm xmlns:a="http://schemas.openxmlformats.org/drawingml/2006/main">
            <a:off x="228600" y="2126139"/>
            <a:ext cx="2743200" cy="1453197"/>
          </a:xfrm>
          <a:prstGeom xmlns:a="http://schemas.openxmlformats.org/drawingml/2006/main" prst="rect">
            <a:avLst/>
          </a:prstGeom>
        </p:spPr>
      </p:pic>
      <p:sp>
        <p:nvSpPr>
          <p:cNvPr id="4" name="Kênh đỏ">
            <a:extLst xmlns:a="http://schemas.openxmlformats.org/drawingml/2006/main">
              <a:ext uri="{FF2B5EF4-FFF2-40B4-BE49-F238E27FC236}">
                <a16:creationId xmlns:a16="http://schemas.microsoft.com/office/drawing/2014/main" id="{31A3FEE2-B710-4DAB-ABDF-4F5E8528FBEF}"/>
              </a:ext>
            </a:extLst>
          </p:cNvPr>
          <p:cNvSpPr>
            <a:spLocks xmlns:a="http://schemas.openxmlformats.org/drawingml/2006/main" noGrp="1"/>
          </p:cNvSpPr>
          <p:nvPr/>
        </p:nvSpPr>
        <p:spPr>
          <a:xfrm xmlns:a="http://schemas.openxmlformats.org/drawingml/2006/main">
            <a:off x="3200400" y="1190625"/>
            <a:ext cx="274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0000"/>
                </a:solidFill>
                <a:latin typeface="Work Sans"/>
                <a:ea typeface="Work Sans"/>
                <a:cs typeface="Work Sans"/>
              </a:defRPr>
            </a:defPPr>
            <a:lvl1pPr algn="l">
              <a:defRPr sz="1725" b="1">
                <a:solidFill>
                  <a:srgbClr val="000000"/>
                </a:solidFill>
                <a:latin typeface="Work Sans"/>
                <a:ea typeface="Work Sans"/>
                <a:cs typeface="Work Sans"/>
              </a:defRPr>
            </a:lvl1pPr>
            <a:lvl2pPr algn="l">
              <a:defRPr sz="1725" b="1">
                <a:solidFill>
                  <a:srgbClr val="000000"/>
                </a:solidFill>
                <a:latin typeface="Work Sans"/>
                <a:ea typeface="Work Sans"/>
                <a:cs typeface="Work Sans"/>
              </a:defRPr>
            </a:lvl2pPr>
            <a:lvl3pPr algn="l">
              <a:defRPr sz="1725" b="1">
                <a:solidFill>
                  <a:srgbClr val="000000"/>
                </a:solidFill>
                <a:latin typeface="Work Sans"/>
                <a:ea typeface="Work Sans"/>
                <a:cs typeface="Work Sans"/>
              </a:defRPr>
            </a:lvl3pPr>
            <a:lvl4pPr algn="l">
              <a:defRPr sz="1725" b="1">
                <a:solidFill>
                  <a:srgbClr val="000000"/>
                </a:solidFill>
                <a:latin typeface="Work Sans"/>
                <a:ea typeface="Work Sans"/>
                <a:cs typeface="Work Sans"/>
              </a:defRPr>
            </a:lvl4pPr>
            <a:lvl5pPr algn="l">
              <a:defRPr sz="1725" b="1">
                <a:solidFill>
                  <a:srgbClr val="000000"/>
                </a:solidFill>
                <a:latin typeface="Work Sans"/>
                <a:ea typeface="Work Sans"/>
                <a:cs typeface="Work Sans"/>
              </a:defRPr>
            </a:lvl5pPr>
            <a:lvl6pPr algn="l">
              <a:defRPr sz="1725" b="1">
                <a:solidFill>
                  <a:srgbClr val="000000"/>
                </a:solidFill>
                <a:latin typeface="Work Sans"/>
                <a:ea typeface="Work Sans"/>
                <a:cs typeface="Work Sans"/>
              </a:defRPr>
            </a:lvl6pPr>
            <a:lvl7pPr algn="l">
              <a:defRPr sz="1725" b="1">
                <a:solidFill>
                  <a:srgbClr val="000000"/>
                </a:solidFill>
                <a:latin typeface="Work Sans"/>
                <a:ea typeface="Work Sans"/>
                <a:cs typeface="Work Sans"/>
              </a:defRPr>
            </a:lvl7pPr>
            <a:lvl8pPr algn="l">
              <a:defRPr sz="1725" b="1">
                <a:solidFill>
                  <a:srgbClr val="000000"/>
                </a:solidFill>
                <a:latin typeface="Work Sans"/>
                <a:ea typeface="Work Sans"/>
                <a:cs typeface="Work Sans"/>
              </a:defRPr>
            </a:lvl8pPr>
            <a:lvl9pPr algn="l">
              <a:defRPr sz="1725" b="1">
                <a:solidFill>
                  <a:srgbClr val="000000"/>
                </a:solidFill>
                <a:latin typeface="Work Sans"/>
                <a:ea typeface="Work Sans"/>
                <a:cs typeface="Work Sans"/>
              </a:defRPr>
            </a:lvl9pPr>
          </a:lstStyle>
          <a:p xmlns:a="http://schemas.openxmlformats.org/drawingml/2006/main">
            <a:pPr algn="l">
              <a:defRPr sz="1725" b="1">
                <a:solidFill>
                  <a:srgbClr val="000000"/>
                </a:solidFill>
                <a:latin typeface="Work Sans"/>
                <a:ea typeface="Work Sans"/>
                <a:cs typeface="Work Sans"/>
              </a:defRPr>
            </a:pPr>
            <a:r>
              <a:rPr sz="1725" b="1">
                <a:solidFill>
                  <a:srgbClr val="000000"/>
                </a:solidFill>
                <a:latin typeface="Work Sans"/>
                <a:ea typeface="Work Sans"/>
                <a:cs typeface="Work Sans"/>
              </a:rPr>
              <a:t>Kênh đỏ</a:t>
            </a:r>
          </a:p>
        </p:txBody>
      </p:sp>
      <p:pic>
        <p:nvPicPr>
          <p:cNvPr id="5" name="">
            <a:extLst xmlns:a="http://schemas.openxmlformats.org/drawingml/2006/main">
              <a:ext uri="{FF2B5EF4-FFF2-40B4-BE49-F238E27FC236}">
                <a16:creationId xmlns:a16="http://schemas.microsoft.com/office/drawing/2014/main" id="{A22D36DD-503B-46FE-8D42-EE84A0C6B429}"/>
              </a:ext>
            </a:extLst>
          </p:cNvPr>
          <p:cNvPicPr>
            <a:picLocks xmlns:a="http://schemas.openxmlformats.org/drawingml/2006/main" noChangeAspect="1"/>
          </p:cNvPicPr>
          <p:nvPr/>
        </p:nvPicPr>
        <p:blipFill>
          <a:blip xmlns:r="http://schemas.openxmlformats.org/officeDocument/2006/relationships" xmlns:a="http://schemas.openxmlformats.org/drawingml/2006/main" r:embed="Re8057dae3c8b4bcb"/>
          <a:stretch xmlns:a="http://schemas.openxmlformats.org/drawingml/2006/main"/>
        </p:blipFill>
        <p:spPr>
          <a:xfrm xmlns:a="http://schemas.openxmlformats.org/drawingml/2006/main">
            <a:off x="3200400" y="2126139"/>
            <a:ext cx="2743200" cy="1453197"/>
          </a:xfrm>
          <a:prstGeom xmlns:a="http://schemas.openxmlformats.org/drawingml/2006/main" prst="rect">
            <a:avLst/>
          </a:prstGeom>
        </p:spPr>
      </p:pic>
      <p:sp>
        <p:nvSpPr>
          <p:cNvPr id="6" name="Sau tăng tương phản">
            <a:extLst xmlns:a="http://schemas.openxmlformats.org/drawingml/2006/main">
              <a:ext uri="{FF2B5EF4-FFF2-40B4-BE49-F238E27FC236}">
                <a16:creationId xmlns:a16="http://schemas.microsoft.com/office/drawing/2014/main" id="{4E3B2793-586A-4A21-95F8-D3E4C4011029}"/>
              </a:ext>
            </a:extLst>
          </p:cNvPr>
          <p:cNvSpPr>
            <a:spLocks xmlns:a="http://schemas.openxmlformats.org/drawingml/2006/main" noGrp="1"/>
          </p:cNvSpPr>
          <p:nvPr/>
        </p:nvSpPr>
        <p:spPr>
          <a:xfrm xmlns:a="http://schemas.openxmlformats.org/drawingml/2006/main">
            <a:off x="6172200" y="1190625"/>
            <a:ext cx="274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0000"/>
                </a:solidFill>
                <a:latin typeface="Work Sans"/>
                <a:ea typeface="Work Sans"/>
                <a:cs typeface="Work Sans"/>
              </a:defRPr>
            </a:defPPr>
            <a:lvl1pPr algn="l">
              <a:defRPr sz="1725" b="1">
                <a:solidFill>
                  <a:srgbClr val="000000"/>
                </a:solidFill>
                <a:latin typeface="Work Sans"/>
                <a:ea typeface="Work Sans"/>
                <a:cs typeface="Work Sans"/>
              </a:defRPr>
            </a:lvl1pPr>
            <a:lvl2pPr algn="l">
              <a:defRPr sz="1725" b="1">
                <a:solidFill>
                  <a:srgbClr val="000000"/>
                </a:solidFill>
                <a:latin typeface="Work Sans"/>
                <a:ea typeface="Work Sans"/>
                <a:cs typeface="Work Sans"/>
              </a:defRPr>
            </a:lvl2pPr>
            <a:lvl3pPr algn="l">
              <a:defRPr sz="1725" b="1">
                <a:solidFill>
                  <a:srgbClr val="000000"/>
                </a:solidFill>
                <a:latin typeface="Work Sans"/>
                <a:ea typeface="Work Sans"/>
                <a:cs typeface="Work Sans"/>
              </a:defRPr>
            </a:lvl3pPr>
            <a:lvl4pPr algn="l">
              <a:defRPr sz="1725" b="1">
                <a:solidFill>
                  <a:srgbClr val="000000"/>
                </a:solidFill>
                <a:latin typeface="Work Sans"/>
                <a:ea typeface="Work Sans"/>
                <a:cs typeface="Work Sans"/>
              </a:defRPr>
            </a:lvl4pPr>
            <a:lvl5pPr algn="l">
              <a:defRPr sz="1725" b="1">
                <a:solidFill>
                  <a:srgbClr val="000000"/>
                </a:solidFill>
                <a:latin typeface="Work Sans"/>
                <a:ea typeface="Work Sans"/>
                <a:cs typeface="Work Sans"/>
              </a:defRPr>
            </a:lvl5pPr>
            <a:lvl6pPr algn="l">
              <a:defRPr sz="1725" b="1">
                <a:solidFill>
                  <a:srgbClr val="000000"/>
                </a:solidFill>
                <a:latin typeface="Work Sans"/>
                <a:ea typeface="Work Sans"/>
                <a:cs typeface="Work Sans"/>
              </a:defRPr>
            </a:lvl6pPr>
            <a:lvl7pPr algn="l">
              <a:defRPr sz="1725" b="1">
                <a:solidFill>
                  <a:srgbClr val="000000"/>
                </a:solidFill>
                <a:latin typeface="Work Sans"/>
                <a:ea typeface="Work Sans"/>
                <a:cs typeface="Work Sans"/>
              </a:defRPr>
            </a:lvl7pPr>
            <a:lvl8pPr algn="l">
              <a:defRPr sz="1725" b="1">
                <a:solidFill>
                  <a:srgbClr val="000000"/>
                </a:solidFill>
                <a:latin typeface="Work Sans"/>
                <a:ea typeface="Work Sans"/>
                <a:cs typeface="Work Sans"/>
              </a:defRPr>
            </a:lvl8pPr>
            <a:lvl9pPr algn="l">
              <a:defRPr sz="1725" b="1">
                <a:solidFill>
                  <a:srgbClr val="000000"/>
                </a:solidFill>
                <a:latin typeface="Work Sans"/>
                <a:ea typeface="Work Sans"/>
                <a:cs typeface="Work Sans"/>
              </a:defRPr>
            </a:lvl9pPr>
          </a:lstStyle>
          <a:p xmlns:a="http://schemas.openxmlformats.org/drawingml/2006/main">
            <a:pPr algn="l">
              <a:defRPr sz="1725" b="1">
                <a:solidFill>
                  <a:srgbClr val="000000"/>
                </a:solidFill>
                <a:latin typeface="Work Sans"/>
                <a:ea typeface="Work Sans"/>
                <a:cs typeface="Work Sans"/>
              </a:defRPr>
            </a:pPr>
            <a:r>
              <a:rPr sz="1725" b="1">
                <a:solidFill>
                  <a:srgbClr val="000000"/>
                </a:solidFill>
                <a:latin typeface="Work Sans"/>
                <a:ea typeface="Work Sans"/>
                <a:cs typeface="Work Sans"/>
              </a:rPr>
              <a:t>Sau tăng tương phản</a:t>
            </a:r>
          </a:p>
        </p:txBody>
      </p:sp>
      <p:pic>
        <p:nvPicPr>
          <p:cNvPr id="7" name="">
            <a:extLst xmlns:a="http://schemas.openxmlformats.org/drawingml/2006/main">
              <a:ext uri="{FF2B5EF4-FFF2-40B4-BE49-F238E27FC236}">
                <a16:creationId xmlns:a16="http://schemas.microsoft.com/office/drawing/2014/main" id="{1843FACD-2D95-4BB1-B386-CF31A404DF2C}"/>
              </a:ext>
            </a:extLst>
          </p:cNvPr>
          <p:cNvPicPr>
            <a:picLocks xmlns:a="http://schemas.openxmlformats.org/drawingml/2006/main" noChangeAspect="1"/>
          </p:cNvPicPr>
          <p:nvPr/>
        </p:nvPicPr>
        <p:blipFill>
          <a:blip xmlns:r="http://schemas.openxmlformats.org/officeDocument/2006/relationships" xmlns:a="http://schemas.openxmlformats.org/drawingml/2006/main" r:embed="R27d71abf1c154f94"/>
          <a:stretch xmlns:a="http://schemas.openxmlformats.org/drawingml/2006/main"/>
        </p:blipFill>
        <p:spPr>
          <a:xfrm xmlns:a="http://schemas.openxmlformats.org/drawingml/2006/main">
            <a:off x="6172200" y="2126139"/>
            <a:ext cx="2743200" cy="1453197"/>
          </a:xfrm>
          <a:prstGeom xmlns:a="http://schemas.openxmlformats.org/drawingml/2006/main" prst="rect">
            <a:avLst/>
          </a:prstGeom>
        </p:spPr>
      </p:pic>
      <p:sp>
        <p:nvSpPr>
          <p:cNvPr id="8" name="Gaussian 7 × 7 và giãn tương phản theo phân vị 2%–98%">
            <a:extLst xmlns:a="http://schemas.openxmlformats.org/drawingml/2006/main">
              <a:ext uri="{FF2B5EF4-FFF2-40B4-BE49-F238E27FC236}">
                <a16:creationId xmlns:a16="http://schemas.microsoft.com/office/drawing/2014/main" id="{048FF47A-E10B-4684-8C8A-75AB72D061CD}"/>
              </a:ext>
            </a:extLst>
          </p:cNvPr>
          <p:cNvSpPr>
            <a:spLocks xmlns:a="http://schemas.openxmlformats.org/drawingml/2006/main" noGrp="1"/>
          </p:cNvSpPr>
          <p:nvPr/>
        </p:nvSpPr>
        <p:spPr>
          <a:xfrm xmlns:a="http://schemas.openxmlformats.org/drawingml/2006/main">
            <a:off x="228600" y="4276725"/>
            <a:ext cx="8686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00000"/>
                </a:solidFill>
                <a:latin typeface="Work Sans"/>
                <a:ea typeface="Work Sans"/>
                <a:cs typeface="Work Sans"/>
              </a:defRPr>
            </a:defPPr>
            <a:lvl1pPr algn="l">
              <a:defRPr sz="1725" b="0">
                <a:solidFill>
                  <a:srgbClr val="000000"/>
                </a:solidFill>
                <a:latin typeface="Work Sans"/>
                <a:ea typeface="Work Sans"/>
                <a:cs typeface="Work Sans"/>
              </a:defRPr>
            </a:lvl1pPr>
            <a:lvl2pPr algn="l">
              <a:defRPr sz="1725" b="0">
                <a:solidFill>
                  <a:srgbClr val="000000"/>
                </a:solidFill>
                <a:latin typeface="Work Sans"/>
                <a:ea typeface="Work Sans"/>
                <a:cs typeface="Work Sans"/>
              </a:defRPr>
            </a:lvl2pPr>
            <a:lvl3pPr algn="l">
              <a:defRPr sz="1725" b="0">
                <a:solidFill>
                  <a:srgbClr val="000000"/>
                </a:solidFill>
                <a:latin typeface="Work Sans"/>
                <a:ea typeface="Work Sans"/>
                <a:cs typeface="Work Sans"/>
              </a:defRPr>
            </a:lvl3pPr>
            <a:lvl4pPr algn="l">
              <a:defRPr sz="1725" b="0">
                <a:solidFill>
                  <a:srgbClr val="000000"/>
                </a:solidFill>
                <a:latin typeface="Work Sans"/>
                <a:ea typeface="Work Sans"/>
                <a:cs typeface="Work Sans"/>
              </a:defRPr>
            </a:lvl4pPr>
            <a:lvl5pPr algn="l">
              <a:defRPr sz="1725" b="0">
                <a:solidFill>
                  <a:srgbClr val="000000"/>
                </a:solidFill>
                <a:latin typeface="Work Sans"/>
                <a:ea typeface="Work Sans"/>
                <a:cs typeface="Work Sans"/>
              </a:defRPr>
            </a:lvl5pPr>
            <a:lvl6pPr algn="l">
              <a:defRPr sz="1725" b="0">
                <a:solidFill>
                  <a:srgbClr val="000000"/>
                </a:solidFill>
                <a:latin typeface="Work Sans"/>
                <a:ea typeface="Work Sans"/>
                <a:cs typeface="Work Sans"/>
              </a:defRPr>
            </a:lvl6pPr>
            <a:lvl7pPr algn="l">
              <a:defRPr sz="1725" b="0">
                <a:solidFill>
                  <a:srgbClr val="000000"/>
                </a:solidFill>
                <a:latin typeface="Work Sans"/>
                <a:ea typeface="Work Sans"/>
                <a:cs typeface="Work Sans"/>
              </a:defRPr>
            </a:lvl7pPr>
            <a:lvl8pPr algn="l">
              <a:defRPr sz="1725" b="0">
                <a:solidFill>
                  <a:srgbClr val="000000"/>
                </a:solidFill>
                <a:latin typeface="Work Sans"/>
                <a:ea typeface="Work Sans"/>
                <a:cs typeface="Work Sans"/>
              </a:defRPr>
            </a:lvl8pPr>
            <a:lvl9pPr algn="l">
              <a:defRPr sz="1725" b="0">
                <a:solidFill>
                  <a:srgbClr val="000000"/>
                </a:solidFill>
                <a:latin typeface="Work Sans"/>
                <a:ea typeface="Work Sans"/>
                <a:cs typeface="Work Sans"/>
              </a:defRPr>
            </a:lvl9pPr>
          </a:lstStyle>
          <a:p xmlns:a="http://schemas.openxmlformats.org/drawingml/2006/main">
            <a:pPr algn="l">
              <a:defRPr sz="1725" b="0">
                <a:solidFill>
                  <a:srgbClr val="000000"/>
                </a:solidFill>
                <a:latin typeface="Work Sans"/>
                <a:ea typeface="Work Sans"/>
                <a:cs typeface="Work Sans"/>
              </a:defRPr>
            </a:pPr>
            <a:r>
              <a:rPr sz="1725" b="0">
                <a:solidFill>
                  <a:srgbClr val="000000"/>
                </a:solidFill>
                <a:latin typeface="Work Sans"/>
                <a:ea typeface="Work Sans"/>
                <a:cs typeface="Work Sans"/>
              </a:rPr>
              <a:t>Gaussian 7 × 7 và giãn tương phản theo phân vị 2%–98%</a:t>
            </a:r>
          </a:p>
        </p:txBody>
      </p:sp>
    </p:spTree>
    <p:extLst>
      <p:ext uri="{BB962C8B-B14F-4D97-AF65-F5344CB8AC3E}">
        <p14:creationId xmlns:p14="http://schemas.microsoft.com/office/powerpoint/2010/main" val="182016851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8" name="PHÂN NGƯỠNG VÀ HÌNH THÁI HỌC">
            <a:extLst xmlns:a="http://schemas.openxmlformats.org/drawingml/2006/main">
              <a:ext uri="{FF2B5EF4-FFF2-40B4-BE49-F238E27FC236}">
                <a16:creationId xmlns:a16="http://schemas.microsoft.com/office/drawing/2014/main" id="{C924A7C0-03E3-4A2C-8EC7-2F761F6CB19D}"/>
              </a:ext>
            </a:extLst>
          </p:cNvPr>
          <p:cNvSpPr>
            <a:spLocks xmlns:a="http://schemas.openxmlformats.org/drawingml/2006/main" noGrp="1"/>
          </p:cNvSpPr>
          <p:nvPr/>
        </p:nvSpPr>
        <p:spPr>
          <a:xfrm xmlns:a="http://schemas.openxmlformats.org/drawingml/2006/main">
            <a:off x="228600" y="228600"/>
            <a:ext cx="8686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000000"/>
                </a:solidFill>
                <a:latin typeface="Hubot Sans"/>
                <a:ea typeface="Hubot Sans"/>
                <a:cs typeface="Hubot Sans"/>
              </a:defRPr>
            </a:defPPr>
            <a:lvl1pPr algn="l">
              <a:defRPr sz="2550" b="0">
                <a:solidFill>
                  <a:srgbClr val="000000"/>
                </a:solidFill>
                <a:latin typeface="Hubot Sans"/>
                <a:ea typeface="Hubot Sans"/>
                <a:cs typeface="Hubot Sans"/>
              </a:defRPr>
            </a:lvl1pPr>
            <a:lvl2pPr algn="l">
              <a:defRPr sz="2550" b="0">
                <a:solidFill>
                  <a:srgbClr val="000000"/>
                </a:solidFill>
                <a:latin typeface="Hubot Sans"/>
                <a:ea typeface="Hubot Sans"/>
                <a:cs typeface="Hubot Sans"/>
              </a:defRPr>
            </a:lvl2pPr>
            <a:lvl3pPr algn="l">
              <a:defRPr sz="2550" b="0">
                <a:solidFill>
                  <a:srgbClr val="000000"/>
                </a:solidFill>
                <a:latin typeface="Hubot Sans"/>
                <a:ea typeface="Hubot Sans"/>
                <a:cs typeface="Hubot Sans"/>
              </a:defRPr>
            </a:lvl3pPr>
            <a:lvl4pPr algn="l">
              <a:defRPr sz="2550" b="0">
                <a:solidFill>
                  <a:srgbClr val="000000"/>
                </a:solidFill>
                <a:latin typeface="Hubot Sans"/>
                <a:ea typeface="Hubot Sans"/>
                <a:cs typeface="Hubot Sans"/>
              </a:defRPr>
            </a:lvl4pPr>
            <a:lvl5pPr algn="l">
              <a:defRPr sz="2550" b="0">
                <a:solidFill>
                  <a:srgbClr val="000000"/>
                </a:solidFill>
                <a:latin typeface="Hubot Sans"/>
                <a:ea typeface="Hubot Sans"/>
                <a:cs typeface="Hubot Sans"/>
              </a:defRPr>
            </a:lvl5pPr>
            <a:lvl6pPr algn="l">
              <a:defRPr sz="2550" b="0">
                <a:solidFill>
                  <a:srgbClr val="000000"/>
                </a:solidFill>
                <a:latin typeface="Hubot Sans"/>
                <a:ea typeface="Hubot Sans"/>
                <a:cs typeface="Hubot Sans"/>
              </a:defRPr>
            </a:lvl6pPr>
            <a:lvl7pPr algn="l">
              <a:defRPr sz="2550" b="0">
                <a:solidFill>
                  <a:srgbClr val="000000"/>
                </a:solidFill>
                <a:latin typeface="Hubot Sans"/>
                <a:ea typeface="Hubot Sans"/>
                <a:cs typeface="Hubot Sans"/>
              </a:defRPr>
            </a:lvl7pPr>
            <a:lvl8pPr algn="l">
              <a:defRPr sz="2550" b="0">
                <a:solidFill>
                  <a:srgbClr val="000000"/>
                </a:solidFill>
                <a:latin typeface="Hubot Sans"/>
                <a:ea typeface="Hubot Sans"/>
                <a:cs typeface="Hubot Sans"/>
              </a:defRPr>
            </a:lvl8pPr>
            <a:lvl9pPr algn="l">
              <a:defRPr sz="2550" b="0">
                <a:solidFill>
                  <a:srgbClr val="000000"/>
                </a:solidFill>
                <a:latin typeface="Hubot Sans"/>
                <a:ea typeface="Hubot Sans"/>
                <a:cs typeface="Hubot Sans"/>
              </a:defRPr>
            </a:lvl9pPr>
          </a:lstStyle>
          <a:p xmlns:a="http://schemas.openxmlformats.org/drawingml/2006/main">
            <a:pPr algn="l">
              <a:defRPr sz="2550" b="0">
                <a:solidFill>
                  <a:srgbClr val="000000"/>
                </a:solidFill>
                <a:latin typeface="Hubot Sans"/>
                <a:ea typeface="Hubot Sans"/>
                <a:cs typeface="Hubot Sans"/>
              </a:defRPr>
            </a:pPr>
            <a:r>
              <a:rPr sz="2550" b="0">
                <a:solidFill>
                  <a:srgbClr val="000000"/>
                </a:solidFill>
                <a:latin typeface="Hubot Sans"/>
                <a:ea typeface="Hubot Sans"/>
                <a:cs typeface="Hubot Sans"/>
              </a:rPr>
              <a:t>PHÂN NGƯỠNG VÀ HÌNH THÁI HỌC</a:t>
            </a:r>
          </a:p>
        </p:txBody>
      </p:sp>
      <p:sp>
        <p:nvSpPr>
          <p:cNvPr id="2" name="Phân ngưỡng đảo">
            <a:extLst xmlns:a="http://schemas.openxmlformats.org/drawingml/2006/main">
              <a:ext uri="{FF2B5EF4-FFF2-40B4-BE49-F238E27FC236}">
                <a16:creationId xmlns:a16="http://schemas.microsoft.com/office/drawing/2014/main" id="{3F7ACADA-2443-49ED-9EB1-9E0595919F47}"/>
              </a:ext>
            </a:extLst>
          </p:cNvPr>
          <p:cNvSpPr>
            <a:spLocks xmlns:a="http://schemas.openxmlformats.org/drawingml/2006/main" noGrp="1"/>
          </p:cNvSpPr>
          <p:nvPr/>
        </p:nvSpPr>
        <p:spPr>
          <a:xfrm xmlns:a="http://schemas.openxmlformats.org/drawingml/2006/main">
            <a:off x="228600" y="10477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0000"/>
                </a:solidFill>
                <a:latin typeface="Work Sans"/>
                <a:ea typeface="Work Sans"/>
                <a:cs typeface="Work Sans"/>
              </a:defRPr>
            </a:defPPr>
            <a:lvl1pPr algn="l">
              <a:defRPr sz="1800" b="1">
                <a:solidFill>
                  <a:srgbClr val="000000"/>
                </a:solidFill>
                <a:latin typeface="Work Sans"/>
                <a:ea typeface="Work Sans"/>
                <a:cs typeface="Work Sans"/>
              </a:defRPr>
            </a:lvl1pPr>
            <a:lvl2pPr algn="l">
              <a:defRPr sz="1800" b="1">
                <a:solidFill>
                  <a:srgbClr val="000000"/>
                </a:solidFill>
                <a:latin typeface="Work Sans"/>
                <a:ea typeface="Work Sans"/>
                <a:cs typeface="Work Sans"/>
              </a:defRPr>
            </a:lvl2pPr>
            <a:lvl3pPr algn="l">
              <a:defRPr sz="1800" b="1">
                <a:solidFill>
                  <a:srgbClr val="000000"/>
                </a:solidFill>
                <a:latin typeface="Work Sans"/>
                <a:ea typeface="Work Sans"/>
                <a:cs typeface="Work Sans"/>
              </a:defRPr>
            </a:lvl3pPr>
            <a:lvl4pPr algn="l">
              <a:defRPr sz="1800" b="1">
                <a:solidFill>
                  <a:srgbClr val="000000"/>
                </a:solidFill>
                <a:latin typeface="Work Sans"/>
                <a:ea typeface="Work Sans"/>
                <a:cs typeface="Work Sans"/>
              </a:defRPr>
            </a:lvl4pPr>
            <a:lvl5pPr algn="l">
              <a:defRPr sz="1800" b="1">
                <a:solidFill>
                  <a:srgbClr val="000000"/>
                </a:solidFill>
                <a:latin typeface="Work Sans"/>
                <a:ea typeface="Work Sans"/>
                <a:cs typeface="Work Sans"/>
              </a:defRPr>
            </a:lvl5pPr>
            <a:lvl6pPr algn="l">
              <a:defRPr sz="1800" b="1">
                <a:solidFill>
                  <a:srgbClr val="000000"/>
                </a:solidFill>
                <a:latin typeface="Work Sans"/>
                <a:ea typeface="Work Sans"/>
                <a:cs typeface="Work Sans"/>
              </a:defRPr>
            </a:lvl6pPr>
            <a:lvl7pPr algn="l">
              <a:defRPr sz="1800" b="1">
                <a:solidFill>
                  <a:srgbClr val="000000"/>
                </a:solidFill>
                <a:latin typeface="Work Sans"/>
                <a:ea typeface="Work Sans"/>
                <a:cs typeface="Work Sans"/>
              </a:defRPr>
            </a:lvl7pPr>
            <a:lvl8pPr algn="l">
              <a:defRPr sz="1800" b="1">
                <a:solidFill>
                  <a:srgbClr val="000000"/>
                </a:solidFill>
                <a:latin typeface="Work Sans"/>
                <a:ea typeface="Work Sans"/>
                <a:cs typeface="Work Sans"/>
              </a:defRPr>
            </a:lvl8pPr>
            <a:lvl9pPr algn="l">
              <a:defRPr sz="1800" b="1">
                <a:solidFill>
                  <a:srgbClr val="000000"/>
                </a:solidFill>
                <a:latin typeface="Work Sans"/>
                <a:ea typeface="Work Sans"/>
                <a:cs typeface="Work Sans"/>
              </a:defRPr>
            </a:lvl9pPr>
          </a:lstStyle>
          <a:p xmlns:a="http://schemas.openxmlformats.org/drawingml/2006/main">
            <a:pPr algn="l">
              <a:defRPr sz="1800" b="1">
                <a:solidFill>
                  <a:srgbClr val="000000"/>
                </a:solidFill>
                <a:latin typeface="Work Sans"/>
                <a:ea typeface="Work Sans"/>
                <a:cs typeface="Work Sans"/>
              </a:defRPr>
            </a:pPr>
            <a:r>
              <a:rPr sz="1800" b="1">
                <a:solidFill>
                  <a:srgbClr val="000000"/>
                </a:solidFill>
                <a:latin typeface="Work Sans"/>
                <a:ea typeface="Work Sans"/>
                <a:cs typeface="Work Sans"/>
              </a:rPr>
              <a:t>Phân ngưỡng đảo</a:t>
            </a:r>
          </a:p>
        </p:txBody>
      </p:sp>
      <p:sp>
        <p:nvSpPr>
          <p:cNvPr id="3" name="Sau đóng rồi mở">
            <a:extLst xmlns:a="http://schemas.openxmlformats.org/drawingml/2006/main">
              <a:ext uri="{FF2B5EF4-FFF2-40B4-BE49-F238E27FC236}">
                <a16:creationId xmlns:a16="http://schemas.microsoft.com/office/drawing/2014/main" id="{97303BA5-8FC8-40BC-9CCD-B655264180CF}"/>
              </a:ext>
            </a:extLst>
          </p:cNvPr>
          <p:cNvSpPr>
            <a:spLocks xmlns:a="http://schemas.openxmlformats.org/drawingml/2006/main" noGrp="1"/>
          </p:cNvSpPr>
          <p:nvPr/>
        </p:nvSpPr>
        <p:spPr>
          <a:xfrm xmlns:a="http://schemas.openxmlformats.org/drawingml/2006/main">
            <a:off x="4762500" y="10477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0000"/>
                </a:solidFill>
                <a:latin typeface="Work Sans"/>
                <a:ea typeface="Work Sans"/>
                <a:cs typeface="Work Sans"/>
              </a:defRPr>
            </a:defPPr>
            <a:lvl1pPr algn="l">
              <a:defRPr sz="1800" b="1">
                <a:solidFill>
                  <a:srgbClr val="000000"/>
                </a:solidFill>
                <a:latin typeface="Work Sans"/>
                <a:ea typeface="Work Sans"/>
                <a:cs typeface="Work Sans"/>
              </a:defRPr>
            </a:lvl1pPr>
            <a:lvl2pPr algn="l">
              <a:defRPr sz="1800" b="1">
                <a:solidFill>
                  <a:srgbClr val="000000"/>
                </a:solidFill>
                <a:latin typeface="Work Sans"/>
                <a:ea typeface="Work Sans"/>
                <a:cs typeface="Work Sans"/>
              </a:defRPr>
            </a:lvl2pPr>
            <a:lvl3pPr algn="l">
              <a:defRPr sz="1800" b="1">
                <a:solidFill>
                  <a:srgbClr val="000000"/>
                </a:solidFill>
                <a:latin typeface="Work Sans"/>
                <a:ea typeface="Work Sans"/>
                <a:cs typeface="Work Sans"/>
              </a:defRPr>
            </a:lvl3pPr>
            <a:lvl4pPr algn="l">
              <a:defRPr sz="1800" b="1">
                <a:solidFill>
                  <a:srgbClr val="000000"/>
                </a:solidFill>
                <a:latin typeface="Work Sans"/>
                <a:ea typeface="Work Sans"/>
                <a:cs typeface="Work Sans"/>
              </a:defRPr>
            </a:lvl4pPr>
            <a:lvl5pPr algn="l">
              <a:defRPr sz="1800" b="1">
                <a:solidFill>
                  <a:srgbClr val="000000"/>
                </a:solidFill>
                <a:latin typeface="Work Sans"/>
                <a:ea typeface="Work Sans"/>
                <a:cs typeface="Work Sans"/>
              </a:defRPr>
            </a:lvl5pPr>
            <a:lvl6pPr algn="l">
              <a:defRPr sz="1800" b="1">
                <a:solidFill>
                  <a:srgbClr val="000000"/>
                </a:solidFill>
                <a:latin typeface="Work Sans"/>
                <a:ea typeface="Work Sans"/>
                <a:cs typeface="Work Sans"/>
              </a:defRPr>
            </a:lvl6pPr>
            <a:lvl7pPr algn="l">
              <a:defRPr sz="1800" b="1">
                <a:solidFill>
                  <a:srgbClr val="000000"/>
                </a:solidFill>
                <a:latin typeface="Work Sans"/>
                <a:ea typeface="Work Sans"/>
                <a:cs typeface="Work Sans"/>
              </a:defRPr>
            </a:lvl7pPr>
            <a:lvl8pPr algn="l">
              <a:defRPr sz="1800" b="1">
                <a:solidFill>
                  <a:srgbClr val="000000"/>
                </a:solidFill>
                <a:latin typeface="Work Sans"/>
                <a:ea typeface="Work Sans"/>
                <a:cs typeface="Work Sans"/>
              </a:defRPr>
            </a:lvl8pPr>
            <a:lvl9pPr algn="l">
              <a:defRPr sz="1800" b="1">
                <a:solidFill>
                  <a:srgbClr val="000000"/>
                </a:solidFill>
                <a:latin typeface="Work Sans"/>
                <a:ea typeface="Work Sans"/>
                <a:cs typeface="Work Sans"/>
              </a:defRPr>
            </a:lvl9pPr>
          </a:lstStyle>
          <a:p xmlns:a="http://schemas.openxmlformats.org/drawingml/2006/main">
            <a:pPr algn="l">
              <a:defRPr sz="1800" b="1">
                <a:solidFill>
                  <a:srgbClr val="000000"/>
                </a:solidFill>
                <a:latin typeface="Work Sans"/>
                <a:ea typeface="Work Sans"/>
                <a:cs typeface="Work Sans"/>
              </a:defRPr>
            </a:pPr>
            <a:r>
              <a:rPr sz="1800" b="1">
                <a:solidFill>
                  <a:srgbClr val="000000"/>
                </a:solidFill>
                <a:latin typeface="Work Sans"/>
                <a:ea typeface="Work Sans"/>
                <a:cs typeface="Work Sans"/>
              </a:rPr>
              <a:t>Sau đóng rồi mở</a:t>
            </a:r>
          </a:p>
        </p:txBody>
      </p:sp>
      <p:pic>
        <p:nvPicPr>
          <p:cNvPr id="4" name="">
            <a:extLst xmlns:a="http://schemas.openxmlformats.org/drawingml/2006/main">
              <a:ext uri="{FF2B5EF4-FFF2-40B4-BE49-F238E27FC236}">
                <a16:creationId xmlns:a16="http://schemas.microsoft.com/office/drawing/2014/main" id="{C503E224-3808-44C1-BED5-08E6BA1C01E7}"/>
              </a:ext>
            </a:extLst>
          </p:cNvPr>
          <p:cNvPicPr>
            <a:picLocks xmlns:a="http://schemas.openxmlformats.org/drawingml/2006/main" noChangeAspect="1"/>
          </p:cNvPicPr>
          <p:nvPr/>
        </p:nvPicPr>
        <p:blipFill>
          <a:blip xmlns:r="http://schemas.openxmlformats.org/officeDocument/2006/relationships" xmlns:a="http://schemas.openxmlformats.org/drawingml/2006/main" r:embed="Rba6a233954794df2"/>
          <a:stretch xmlns:a="http://schemas.openxmlformats.org/drawingml/2006/main"/>
        </p:blipFill>
        <p:spPr>
          <a:xfrm xmlns:a="http://schemas.openxmlformats.org/drawingml/2006/main">
            <a:off x="228600" y="1653586"/>
            <a:ext cx="4095750" cy="2169703"/>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3C8C4488-FDC7-4E00-B04B-DA7002FAE34F}"/>
              </a:ext>
            </a:extLst>
          </p:cNvPr>
          <p:cNvPicPr>
            <a:picLocks xmlns:a="http://schemas.openxmlformats.org/drawingml/2006/main" noChangeAspect="1"/>
          </p:cNvPicPr>
          <p:nvPr/>
        </p:nvPicPr>
        <p:blipFill>
          <a:blip xmlns:r="http://schemas.openxmlformats.org/officeDocument/2006/relationships" xmlns:a="http://schemas.openxmlformats.org/drawingml/2006/main" r:embed="R0242167144c54d38"/>
          <a:stretch xmlns:a="http://schemas.openxmlformats.org/drawingml/2006/main"/>
        </p:blipFill>
        <p:spPr>
          <a:xfrm xmlns:a="http://schemas.openxmlformats.org/drawingml/2006/main">
            <a:off x="4762500" y="1653586"/>
            <a:ext cx="4095750" cy="2169703"/>
          </a:xfrm>
          <a:prstGeom xmlns:a="http://schemas.openxmlformats.org/drawingml/2006/main" prst="rect">
            <a:avLst/>
          </a:prstGeom>
        </p:spPr>
      </p:pic>
      <p:sp>
        <p:nvSpPr>
          <p:cNvPr id="6" name="Vùng tối trở thành trắng. Ngưỡng chọn theo vùng ứng viên.">
            <a:extLst xmlns:a="http://schemas.openxmlformats.org/drawingml/2006/main">
              <a:ext uri="{FF2B5EF4-FFF2-40B4-BE49-F238E27FC236}">
                <a16:creationId xmlns:a16="http://schemas.microsoft.com/office/drawing/2014/main" id="{0DF55F06-610C-48CC-AA2F-8C5799D4A24E}"/>
              </a:ext>
            </a:extLst>
          </p:cNvPr>
          <p:cNvSpPr>
            <a:spLocks xmlns:a="http://schemas.openxmlformats.org/drawingml/2006/main" noGrp="1"/>
          </p:cNvSpPr>
          <p:nvPr/>
        </p:nvSpPr>
        <p:spPr>
          <a:xfrm xmlns:a="http://schemas.openxmlformats.org/drawingml/2006/main">
            <a:off x="228600" y="4143375"/>
            <a:ext cx="409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0000"/>
                </a:solidFill>
                <a:latin typeface="Work Sans"/>
                <a:ea typeface="Work Sans"/>
                <a:cs typeface="Work Sans"/>
              </a:defRPr>
            </a:defPPr>
            <a:lvl1pPr algn="l">
              <a:defRPr sz="1350" b="0">
                <a:solidFill>
                  <a:srgbClr val="000000"/>
                </a:solidFill>
                <a:latin typeface="Work Sans"/>
                <a:ea typeface="Work Sans"/>
                <a:cs typeface="Work Sans"/>
              </a:defRPr>
            </a:lvl1pPr>
            <a:lvl2pPr algn="l">
              <a:defRPr sz="1350" b="0">
                <a:solidFill>
                  <a:srgbClr val="000000"/>
                </a:solidFill>
                <a:latin typeface="Work Sans"/>
                <a:ea typeface="Work Sans"/>
                <a:cs typeface="Work Sans"/>
              </a:defRPr>
            </a:lvl2pPr>
            <a:lvl3pPr algn="l">
              <a:defRPr sz="1350" b="0">
                <a:solidFill>
                  <a:srgbClr val="000000"/>
                </a:solidFill>
                <a:latin typeface="Work Sans"/>
                <a:ea typeface="Work Sans"/>
                <a:cs typeface="Work Sans"/>
              </a:defRPr>
            </a:lvl3pPr>
            <a:lvl4pPr algn="l">
              <a:defRPr sz="1350" b="0">
                <a:solidFill>
                  <a:srgbClr val="000000"/>
                </a:solidFill>
                <a:latin typeface="Work Sans"/>
                <a:ea typeface="Work Sans"/>
                <a:cs typeface="Work Sans"/>
              </a:defRPr>
            </a:lvl4pPr>
            <a:lvl5pPr algn="l">
              <a:defRPr sz="1350" b="0">
                <a:solidFill>
                  <a:srgbClr val="000000"/>
                </a:solidFill>
                <a:latin typeface="Work Sans"/>
                <a:ea typeface="Work Sans"/>
                <a:cs typeface="Work Sans"/>
              </a:defRPr>
            </a:lvl5pPr>
            <a:lvl6pPr algn="l">
              <a:defRPr sz="1350" b="0">
                <a:solidFill>
                  <a:srgbClr val="000000"/>
                </a:solidFill>
                <a:latin typeface="Work Sans"/>
                <a:ea typeface="Work Sans"/>
                <a:cs typeface="Work Sans"/>
              </a:defRPr>
            </a:lvl6pPr>
            <a:lvl7pPr algn="l">
              <a:defRPr sz="1350" b="0">
                <a:solidFill>
                  <a:srgbClr val="000000"/>
                </a:solidFill>
                <a:latin typeface="Work Sans"/>
                <a:ea typeface="Work Sans"/>
                <a:cs typeface="Work Sans"/>
              </a:defRPr>
            </a:lvl7pPr>
            <a:lvl8pPr algn="l">
              <a:defRPr sz="1350" b="0">
                <a:solidFill>
                  <a:srgbClr val="000000"/>
                </a:solidFill>
                <a:latin typeface="Work Sans"/>
                <a:ea typeface="Work Sans"/>
                <a:cs typeface="Work Sans"/>
              </a:defRPr>
            </a:lvl8pPr>
            <a:lvl9pPr algn="l">
              <a:defRPr sz="1350" b="0">
                <a:solidFill>
                  <a:srgbClr val="000000"/>
                </a:solidFill>
                <a:latin typeface="Work Sans"/>
                <a:ea typeface="Work Sans"/>
                <a:cs typeface="Work Sans"/>
              </a:defRPr>
            </a:lvl9pPr>
          </a:lstStyle>
          <a:p xmlns:a="http://schemas.openxmlformats.org/drawingml/2006/main">
            <a:pPr algn="l">
              <a:defRPr sz="1350" b="0">
                <a:solidFill>
                  <a:srgbClr val="000000"/>
                </a:solidFill>
                <a:latin typeface="Work Sans"/>
                <a:ea typeface="Work Sans"/>
                <a:cs typeface="Work Sans"/>
              </a:defRPr>
            </a:pPr>
            <a:r>
              <a:rPr sz="1350" b="0">
                <a:solidFill>
                  <a:srgbClr val="000000"/>
                </a:solidFill>
                <a:latin typeface="Work Sans"/>
                <a:ea typeface="Work Sans"/>
                <a:cs typeface="Work Sans"/>
              </a:rPr>
              <a:t>Vùng tối trở thành trắng.</a:t>
            </a:r>
          </a:p>
          <a:p xmlns:a="http://schemas.openxmlformats.org/drawingml/2006/main">
            <a:pPr algn="l">
              <a:defRPr sz="1350" b="0">
                <a:solidFill>
                  <a:srgbClr val="000000"/>
                </a:solidFill>
                <a:latin typeface="Work Sans"/>
                <a:ea typeface="Work Sans"/>
                <a:cs typeface="Work Sans"/>
              </a:defRPr>
            </a:pPr>
            <a:r>
              <a:rPr sz="1350" b="0">
                <a:solidFill>
                  <a:srgbClr val="000000"/>
                </a:solidFill>
                <a:latin typeface="Work Sans"/>
                <a:ea typeface="Work Sans"/>
                <a:cs typeface="Work Sans"/>
              </a:rPr>
              <a:t>Ngưỡng chọn theo vùng ứng viên.</a:t>
            </a:r>
          </a:p>
        </p:txBody>
      </p:sp>
      <p:sp>
        <p:nvSpPr>
          <p:cNvPr id="7" name="Nối khe nhỏ và loại chi tiết nhỏ. Đường biên có thể thay đổi">
            <a:extLst xmlns:a="http://schemas.openxmlformats.org/drawingml/2006/main">
              <a:ext uri="{FF2B5EF4-FFF2-40B4-BE49-F238E27FC236}">
                <a16:creationId xmlns:a16="http://schemas.microsoft.com/office/drawing/2014/main" id="{2D08BE18-AE77-46A4-AFEB-5C20B529C8D2}"/>
              </a:ext>
            </a:extLst>
          </p:cNvPr>
          <p:cNvSpPr>
            <a:spLocks xmlns:a="http://schemas.openxmlformats.org/drawingml/2006/main" noGrp="1"/>
          </p:cNvSpPr>
          <p:nvPr/>
        </p:nvSpPr>
        <p:spPr>
          <a:xfrm xmlns:a="http://schemas.openxmlformats.org/drawingml/2006/main">
            <a:off x="4762500" y="4143375"/>
            <a:ext cx="409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0000"/>
                </a:solidFill>
                <a:latin typeface="Work Sans"/>
                <a:ea typeface="Work Sans"/>
                <a:cs typeface="Work Sans"/>
              </a:defRPr>
            </a:defPPr>
            <a:lvl1pPr algn="l">
              <a:defRPr sz="1350" b="0">
                <a:solidFill>
                  <a:srgbClr val="000000"/>
                </a:solidFill>
                <a:latin typeface="Work Sans"/>
                <a:ea typeface="Work Sans"/>
                <a:cs typeface="Work Sans"/>
              </a:defRPr>
            </a:lvl1pPr>
            <a:lvl2pPr algn="l">
              <a:defRPr sz="1350" b="0">
                <a:solidFill>
                  <a:srgbClr val="000000"/>
                </a:solidFill>
                <a:latin typeface="Work Sans"/>
                <a:ea typeface="Work Sans"/>
                <a:cs typeface="Work Sans"/>
              </a:defRPr>
            </a:lvl2pPr>
            <a:lvl3pPr algn="l">
              <a:defRPr sz="1350" b="0">
                <a:solidFill>
                  <a:srgbClr val="000000"/>
                </a:solidFill>
                <a:latin typeface="Work Sans"/>
                <a:ea typeface="Work Sans"/>
                <a:cs typeface="Work Sans"/>
              </a:defRPr>
            </a:lvl3pPr>
            <a:lvl4pPr algn="l">
              <a:defRPr sz="1350" b="0">
                <a:solidFill>
                  <a:srgbClr val="000000"/>
                </a:solidFill>
                <a:latin typeface="Work Sans"/>
                <a:ea typeface="Work Sans"/>
                <a:cs typeface="Work Sans"/>
              </a:defRPr>
            </a:lvl4pPr>
            <a:lvl5pPr algn="l">
              <a:defRPr sz="1350" b="0">
                <a:solidFill>
                  <a:srgbClr val="000000"/>
                </a:solidFill>
                <a:latin typeface="Work Sans"/>
                <a:ea typeface="Work Sans"/>
                <a:cs typeface="Work Sans"/>
              </a:defRPr>
            </a:lvl5pPr>
            <a:lvl6pPr algn="l">
              <a:defRPr sz="1350" b="0">
                <a:solidFill>
                  <a:srgbClr val="000000"/>
                </a:solidFill>
                <a:latin typeface="Work Sans"/>
                <a:ea typeface="Work Sans"/>
                <a:cs typeface="Work Sans"/>
              </a:defRPr>
            </a:lvl6pPr>
            <a:lvl7pPr algn="l">
              <a:defRPr sz="1350" b="0">
                <a:solidFill>
                  <a:srgbClr val="000000"/>
                </a:solidFill>
                <a:latin typeface="Work Sans"/>
                <a:ea typeface="Work Sans"/>
                <a:cs typeface="Work Sans"/>
              </a:defRPr>
            </a:lvl7pPr>
            <a:lvl8pPr algn="l">
              <a:defRPr sz="1350" b="0">
                <a:solidFill>
                  <a:srgbClr val="000000"/>
                </a:solidFill>
                <a:latin typeface="Work Sans"/>
                <a:ea typeface="Work Sans"/>
                <a:cs typeface="Work Sans"/>
              </a:defRPr>
            </a:lvl8pPr>
            <a:lvl9pPr algn="l">
              <a:defRPr sz="1350" b="0">
                <a:solidFill>
                  <a:srgbClr val="000000"/>
                </a:solidFill>
                <a:latin typeface="Work Sans"/>
                <a:ea typeface="Work Sans"/>
                <a:cs typeface="Work Sans"/>
              </a:defRPr>
            </a:lvl9pPr>
          </a:lstStyle>
          <a:p xmlns:a="http://schemas.openxmlformats.org/drawingml/2006/main">
            <a:pPr algn="l">
              <a:defRPr sz="1350" b="0">
                <a:solidFill>
                  <a:srgbClr val="000000"/>
                </a:solidFill>
                <a:latin typeface="Work Sans"/>
                <a:ea typeface="Work Sans"/>
                <a:cs typeface="Work Sans"/>
              </a:defRPr>
            </a:pPr>
            <a:r>
              <a:rPr sz="1350" b="0">
                <a:solidFill>
                  <a:srgbClr val="000000"/>
                </a:solidFill>
                <a:latin typeface="Work Sans"/>
                <a:ea typeface="Work Sans"/>
                <a:cs typeface="Work Sans"/>
              </a:rPr>
              <a:t>Nối khe nhỏ và loại chi tiết nhỏ.</a:t>
            </a:r>
          </a:p>
          <a:p xmlns:a="http://schemas.openxmlformats.org/drawingml/2006/main">
            <a:pPr algn="l">
              <a:defRPr sz="1350" b="0">
                <a:solidFill>
                  <a:srgbClr val="000000"/>
                </a:solidFill>
                <a:latin typeface="Work Sans"/>
                <a:ea typeface="Work Sans"/>
                <a:cs typeface="Work Sans"/>
              </a:defRPr>
            </a:pPr>
            <a:r>
              <a:rPr sz="1350" b="0">
                <a:solidFill>
                  <a:srgbClr val="000000"/>
                </a:solidFill>
                <a:latin typeface="Work Sans"/>
                <a:ea typeface="Work Sans"/>
                <a:cs typeface="Work Sans"/>
              </a:rPr>
              <a:t>Đường biên có thể thay đổi.</a:t>
            </a:r>
          </a:p>
        </p:txBody>
      </p:sp>
    </p:spTree>
    <p:extLst>
      <p:ext uri="{BB962C8B-B14F-4D97-AF65-F5344CB8AC3E}">
        <p14:creationId xmlns:p14="http://schemas.microsoft.com/office/powerpoint/2010/main" val="112849259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7" name="KẾT QUẢ THÍ NGHIỆM LỌC NHIỄU">
            <a:extLst xmlns:a="http://schemas.openxmlformats.org/drawingml/2006/main">
              <a:ext uri="{FF2B5EF4-FFF2-40B4-BE49-F238E27FC236}">
                <a16:creationId xmlns:a16="http://schemas.microsoft.com/office/drawing/2014/main" id="{C9760A82-0510-4031-8245-B3A9D573FE6A}"/>
              </a:ext>
            </a:extLst>
          </p:cNvPr>
          <p:cNvSpPr>
            <a:spLocks xmlns:a="http://schemas.openxmlformats.org/drawingml/2006/main" noGrp="1"/>
          </p:cNvSpPr>
          <p:nvPr/>
        </p:nvSpPr>
        <p:spPr>
          <a:xfrm xmlns:a="http://schemas.openxmlformats.org/drawingml/2006/main">
            <a:off x="228600" y="228600"/>
            <a:ext cx="8686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000000"/>
                </a:solidFill>
                <a:latin typeface="Hubot Sans"/>
                <a:ea typeface="Hubot Sans"/>
                <a:cs typeface="Hubot Sans"/>
              </a:defRPr>
            </a:defPPr>
            <a:lvl1pPr algn="l">
              <a:defRPr sz="2550" b="0">
                <a:solidFill>
                  <a:srgbClr val="000000"/>
                </a:solidFill>
                <a:latin typeface="Hubot Sans"/>
                <a:ea typeface="Hubot Sans"/>
                <a:cs typeface="Hubot Sans"/>
              </a:defRPr>
            </a:lvl1pPr>
            <a:lvl2pPr algn="l">
              <a:defRPr sz="2550" b="0">
                <a:solidFill>
                  <a:srgbClr val="000000"/>
                </a:solidFill>
                <a:latin typeface="Hubot Sans"/>
                <a:ea typeface="Hubot Sans"/>
                <a:cs typeface="Hubot Sans"/>
              </a:defRPr>
            </a:lvl2pPr>
            <a:lvl3pPr algn="l">
              <a:defRPr sz="2550" b="0">
                <a:solidFill>
                  <a:srgbClr val="000000"/>
                </a:solidFill>
                <a:latin typeface="Hubot Sans"/>
                <a:ea typeface="Hubot Sans"/>
                <a:cs typeface="Hubot Sans"/>
              </a:defRPr>
            </a:lvl3pPr>
            <a:lvl4pPr algn="l">
              <a:defRPr sz="2550" b="0">
                <a:solidFill>
                  <a:srgbClr val="000000"/>
                </a:solidFill>
                <a:latin typeface="Hubot Sans"/>
                <a:ea typeface="Hubot Sans"/>
                <a:cs typeface="Hubot Sans"/>
              </a:defRPr>
            </a:lvl4pPr>
            <a:lvl5pPr algn="l">
              <a:defRPr sz="2550" b="0">
                <a:solidFill>
                  <a:srgbClr val="000000"/>
                </a:solidFill>
                <a:latin typeface="Hubot Sans"/>
                <a:ea typeface="Hubot Sans"/>
                <a:cs typeface="Hubot Sans"/>
              </a:defRPr>
            </a:lvl5pPr>
            <a:lvl6pPr algn="l">
              <a:defRPr sz="2550" b="0">
                <a:solidFill>
                  <a:srgbClr val="000000"/>
                </a:solidFill>
                <a:latin typeface="Hubot Sans"/>
                <a:ea typeface="Hubot Sans"/>
                <a:cs typeface="Hubot Sans"/>
              </a:defRPr>
            </a:lvl6pPr>
            <a:lvl7pPr algn="l">
              <a:defRPr sz="2550" b="0">
                <a:solidFill>
                  <a:srgbClr val="000000"/>
                </a:solidFill>
                <a:latin typeface="Hubot Sans"/>
                <a:ea typeface="Hubot Sans"/>
                <a:cs typeface="Hubot Sans"/>
              </a:defRPr>
            </a:lvl7pPr>
            <a:lvl8pPr algn="l">
              <a:defRPr sz="2550" b="0">
                <a:solidFill>
                  <a:srgbClr val="000000"/>
                </a:solidFill>
                <a:latin typeface="Hubot Sans"/>
                <a:ea typeface="Hubot Sans"/>
                <a:cs typeface="Hubot Sans"/>
              </a:defRPr>
            </a:lvl8pPr>
            <a:lvl9pPr algn="l">
              <a:defRPr sz="2550" b="0">
                <a:solidFill>
                  <a:srgbClr val="000000"/>
                </a:solidFill>
                <a:latin typeface="Hubot Sans"/>
                <a:ea typeface="Hubot Sans"/>
                <a:cs typeface="Hubot Sans"/>
              </a:defRPr>
            </a:lvl9pPr>
          </a:lstStyle>
          <a:p xmlns:a="http://schemas.openxmlformats.org/drawingml/2006/main">
            <a:pPr algn="l">
              <a:defRPr sz="2550" b="0">
                <a:solidFill>
                  <a:srgbClr val="000000"/>
                </a:solidFill>
                <a:latin typeface="Hubot Sans"/>
                <a:ea typeface="Hubot Sans"/>
                <a:cs typeface="Hubot Sans"/>
              </a:defRPr>
            </a:pPr>
            <a:r>
              <a:rPr sz="2550" b="0">
                <a:solidFill>
                  <a:srgbClr val="000000"/>
                </a:solidFill>
                <a:latin typeface="Hubot Sans"/>
                <a:ea typeface="Hubot Sans"/>
                <a:cs typeface="Hubot Sans"/>
              </a:rPr>
              <a:t>KẾT QUẢ THÍ NGHIỆM LỌC NHIỄU</a:t>
            </a:r>
          </a:p>
        </p:txBody>
      </p:sp>
      <p:sp>
        <p:nvSpPr>
          <p:cNvPr id="2" name="PSNR trung bình trên 8 ảnh (dB)">
            <a:extLst xmlns:a="http://schemas.openxmlformats.org/drawingml/2006/main">
              <a:ext uri="{FF2B5EF4-FFF2-40B4-BE49-F238E27FC236}">
                <a16:creationId xmlns:a16="http://schemas.microsoft.com/office/drawing/2014/main" id="{218D9EFC-4FBF-4B43-AF7D-17A3DD34DF48}"/>
              </a:ext>
            </a:extLst>
          </p:cNvPr>
          <p:cNvSpPr>
            <a:spLocks xmlns:a="http://schemas.openxmlformats.org/drawingml/2006/main" noGrp="1"/>
          </p:cNvSpPr>
          <p:nvPr/>
        </p:nvSpPr>
        <p:spPr>
          <a:xfrm xmlns:a="http://schemas.openxmlformats.org/drawingml/2006/main">
            <a:off x="228600" y="895350"/>
            <a:ext cx="868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Work Sans"/>
                <a:ea typeface="Work Sans"/>
                <a:cs typeface="Work Sans"/>
              </a:defRPr>
            </a:defPPr>
            <a:lvl1pPr algn="l">
              <a:defRPr sz="1800" b="0">
                <a:solidFill>
                  <a:srgbClr val="000000"/>
                </a:solidFill>
                <a:latin typeface="Work Sans"/>
                <a:ea typeface="Work Sans"/>
                <a:cs typeface="Work Sans"/>
              </a:defRPr>
            </a:lvl1pPr>
            <a:lvl2pPr algn="l">
              <a:defRPr sz="1800" b="0">
                <a:solidFill>
                  <a:srgbClr val="000000"/>
                </a:solidFill>
                <a:latin typeface="Work Sans"/>
                <a:ea typeface="Work Sans"/>
                <a:cs typeface="Work Sans"/>
              </a:defRPr>
            </a:lvl2pPr>
            <a:lvl3pPr algn="l">
              <a:defRPr sz="1800" b="0">
                <a:solidFill>
                  <a:srgbClr val="000000"/>
                </a:solidFill>
                <a:latin typeface="Work Sans"/>
                <a:ea typeface="Work Sans"/>
                <a:cs typeface="Work Sans"/>
              </a:defRPr>
            </a:lvl3pPr>
            <a:lvl4pPr algn="l">
              <a:defRPr sz="1800" b="0">
                <a:solidFill>
                  <a:srgbClr val="000000"/>
                </a:solidFill>
                <a:latin typeface="Work Sans"/>
                <a:ea typeface="Work Sans"/>
                <a:cs typeface="Work Sans"/>
              </a:defRPr>
            </a:lvl4pPr>
            <a:lvl5pPr algn="l">
              <a:defRPr sz="1800" b="0">
                <a:solidFill>
                  <a:srgbClr val="000000"/>
                </a:solidFill>
                <a:latin typeface="Work Sans"/>
                <a:ea typeface="Work Sans"/>
                <a:cs typeface="Work Sans"/>
              </a:defRPr>
            </a:lvl5pPr>
            <a:lvl6pPr algn="l">
              <a:defRPr sz="1800" b="0">
                <a:solidFill>
                  <a:srgbClr val="000000"/>
                </a:solidFill>
                <a:latin typeface="Work Sans"/>
                <a:ea typeface="Work Sans"/>
                <a:cs typeface="Work Sans"/>
              </a:defRPr>
            </a:lvl6pPr>
            <a:lvl7pPr algn="l">
              <a:defRPr sz="1800" b="0">
                <a:solidFill>
                  <a:srgbClr val="000000"/>
                </a:solidFill>
                <a:latin typeface="Work Sans"/>
                <a:ea typeface="Work Sans"/>
                <a:cs typeface="Work Sans"/>
              </a:defRPr>
            </a:lvl7pPr>
            <a:lvl8pPr algn="l">
              <a:defRPr sz="1800" b="0">
                <a:solidFill>
                  <a:srgbClr val="000000"/>
                </a:solidFill>
                <a:latin typeface="Work Sans"/>
                <a:ea typeface="Work Sans"/>
                <a:cs typeface="Work Sans"/>
              </a:defRPr>
            </a:lvl8pPr>
            <a:lvl9pPr algn="l">
              <a:defRPr sz="1800" b="0">
                <a:solidFill>
                  <a:srgbClr val="000000"/>
                </a:solidFill>
                <a:latin typeface="Work Sans"/>
                <a:ea typeface="Work Sans"/>
                <a:cs typeface="Work Sans"/>
              </a:defRPr>
            </a:lvl9pPr>
          </a:lstStyle>
          <a:p xmlns:a="http://schemas.openxmlformats.org/drawingml/2006/main">
            <a:pPr algn="l">
              <a:defRPr sz="1800" b="0">
                <a:solidFill>
                  <a:srgbClr val="000000"/>
                </a:solidFill>
                <a:latin typeface="Work Sans"/>
                <a:ea typeface="Work Sans"/>
                <a:cs typeface="Work Sans"/>
              </a:defRPr>
            </a:pPr>
            <a:r>
              <a:rPr sz="1800" b="0">
                <a:solidFill>
                  <a:srgbClr val="000000"/>
                </a:solidFill>
                <a:latin typeface="Work Sans"/>
                <a:ea typeface="Work Sans"/>
                <a:cs typeface="Work Sans"/>
              </a:rPr>
              <a:t>PSNR trung bình trên 8 ảnh (dB)</a:t>
            </a:r>
          </a:p>
        </p:txBody>
      </p:sp>
      <p:graphicFrame>
        <p:nvGraphicFramePr>
          <p:cNvPr id="3" name="">
            <a:extLst xmlns:a="http://schemas.openxmlformats.org/drawingml/2006/main">
              <a:ext uri="{FF2B5EF4-FFF2-40B4-BE49-F238E27FC236}">
                <a16:creationId xmlns:a16="http://schemas.microsoft.com/office/drawing/2014/main" id="{9741CAD3-CC15-4DE3-BDEE-B8CEF8E846C0}"/>
              </a:ext>
            </a:extLst>
          </p:cNvPr>
          <p:cNvGraphicFramePr/>
          <p:nvPr/>
        </p:nvGraphicFramePr>
        <p:xfrm>
          <a:off xmlns:a="http://schemas.openxmlformats.org/drawingml/2006/main" x="228600" y="1571625"/>
          <a:ext xmlns:a="http://schemas.openxmlformats.org/drawingml/2006/main" cx="4143375" cy="1666875"/>
        </p:xfrm>
        <a:graphic xmlns:a="http://schemas.openxmlformats.org/drawingml/2006/main">
          <a:graphicData uri="http://schemas.openxmlformats.org/drawingml/2006/table">
            <a:tbl>
              <a:tblPr firstRow="1"/>
              <a:tblGrid>
                <a:gridCol w="1428750"/>
                <a:gridCol w="809625"/>
                <a:gridCol w="857250"/>
                <a:gridCol w="1047750"/>
              </a:tblGrid>
              <a:tr h="555625">
                <a:tc>
                  <a:txBody>
                    <a:bodyPr lIns="57150" tIns="57150" rIns="57150" bIns="57150"/>
                    <a:lstStyle/>
                    <a:p>
                      <a:r>
                        <a:rPr sz="1200" b="1">
                          <a:solidFill>
                            <a:srgbClr val="000000"/>
                          </a:solidFill>
                          <a:latin typeface="Work Sans"/>
                          <a:ea typeface="Work Sans"/>
                          <a:cs typeface="Work Sans"/>
                        </a:rPr>
                        <a:t>Nhiễu tổng hợp</a:t>
                      </a:r>
                    </a:p>
                  </a:txBody>
                  <a:tcPr marL="91440" marR="91440" marT="45720" marB="45720">
                    <a:lnL w="4763">
                      <a:solidFill>
                        <a:srgbClr val="8C8580"/>
                      </a:solidFill>
                    </a:lnL>
                    <a:lnR w="4763">
                      <a:solidFill>
                        <a:srgbClr val="8C8580"/>
                      </a:solidFill>
                    </a:lnR>
                    <a:lnT w="4763">
                      <a:solidFill>
                        <a:srgbClr val="8C8580"/>
                      </a:solidFill>
                    </a:lnT>
                    <a:lnB w="4763">
                      <a:solidFill>
                        <a:srgbClr val="8C8580"/>
                      </a:solidFill>
                    </a:lnB>
                    <a:solidFill>
                      <a:srgbClr val="FFDEF3"/>
                    </a:solidFill>
                  </a:tcPr>
                </a:tc>
                <a:tc>
                  <a:txBody>
                    <a:bodyPr lIns="57150" tIns="57150" rIns="57150" bIns="57150"/>
                    <a:lstStyle/>
                    <a:p>
                      <a:r>
                        <a:rPr sz="1200" b="1">
                          <a:solidFill>
                            <a:srgbClr val="000000"/>
                          </a:solidFill>
                          <a:latin typeface="Work Sans"/>
                          <a:ea typeface="Work Sans"/>
                          <a:cs typeface="Work Sans"/>
                        </a:rPr>
                        <a:t>Đầu vào</a:t>
                      </a:r>
                    </a:p>
                  </a:txBody>
                  <a:tcPr marL="91440" marR="91440" marT="45720" marB="45720">
                    <a:lnR w="4763">
                      <a:solidFill>
                        <a:srgbClr val="8C8580"/>
                      </a:solidFill>
                    </a:lnR>
                    <a:lnT w="4763">
                      <a:solidFill>
                        <a:srgbClr val="8C8580"/>
                      </a:solidFill>
                    </a:lnT>
                    <a:lnB w="4763">
                      <a:solidFill>
                        <a:srgbClr val="8C8580"/>
                      </a:solidFill>
                    </a:lnB>
                    <a:solidFill>
                      <a:srgbClr val="FFDEF3"/>
                    </a:solidFill>
                  </a:tcPr>
                </a:tc>
                <a:tc>
                  <a:txBody>
                    <a:bodyPr lIns="57150" tIns="57150" rIns="57150" bIns="57150"/>
                    <a:lstStyle/>
                    <a:p>
                      <a:r>
                        <a:rPr sz="1200" b="1">
                          <a:solidFill>
                            <a:srgbClr val="000000"/>
                          </a:solidFill>
                          <a:latin typeface="Work Sans"/>
                          <a:ea typeface="Work Sans"/>
                          <a:cs typeface="Work Sans"/>
                        </a:rPr>
                        <a:t>Trung vị</a:t>
                      </a:r>
                    </a:p>
                  </a:txBody>
                  <a:tcPr marL="91440" marR="91440" marT="45720" marB="45720">
                    <a:lnR w="4763">
                      <a:solidFill>
                        <a:srgbClr val="8C8580"/>
                      </a:solidFill>
                    </a:lnR>
                    <a:lnT w="4763">
                      <a:solidFill>
                        <a:srgbClr val="8C8580"/>
                      </a:solidFill>
                    </a:lnT>
                    <a:lnB w="4763">
                      <a:solidFill>
                        <a:srgbClr val="8C8580"/>
                      </a:solidFill>
                    </a:lnB>
                    <a:solidFill>
                      <a:srgbClr val="FFDEF3"/>
                    </a:solidFill>
                  </a:tcPr>
                </a:tc>
                <a:tc>
                  <a:txBody>
                    <a:bodyPr lIns="57150" tIns="57150" rIns="57150" bIns="57150"/>
                    <a:lstStyle/>
                    <a:p>
                      <a:r>
                        <a:rPr sz="1200" b="1">
                          <a:solidFill>
                            <a:srgbClr val="000000"/>
                          </a:solidFill>
                          <a:latin typeface="Work Sans"/>
                          <a:ea typeface="Work Sans"/>
                          <a:cs typeface="Work Sans"/>
                        </a:rPr>
                        <a:t>Gaussian</a:t>
                      </a:r>
                    </a:p>
                  </a:txBody>
                  <a:tcPr marL="91440" marR="91440" marT="45720" marB="45720">
                    <a:lnR w="4763">
                      <a:solidFill>
                        <a:srgbClr val="8C8580"/>
                      </a:solidFill>
                    </a:lnR>
                    <a:lnT w="4763">
                      <a:solidFill>
                        <a:srgbClr val="8C8580"/>
                      </a:solidFill>
                    </a:lnT>
                    <a:lnB w="4763">
                      <a:solidFill>
                        <a:srgbClr val="8C8580"/>
                      </a:solidFill>
                    </a:lnB>
                    <a:solidFill>
                      <a:srgbClr val="FFDEF3"/>
                    </a:solidFill>
                  </a:tcPr>
                </a:tc>
              </a:tr>
              <a:tr h="555625">
                <a:tc>
                  <a:txBody>
                    <a:bodyPr lIns="57150" tIns="57150" rIns="57150" bIns="57150"/>
                    <a:lstStyle/>
                    <a:p>
                      <a:r>
                        <a:rPr sz="1350" b="0">
                          <a:solidFill>
                            <a:srgbClr val="000000"/>
                          </a:solidFill>
                          <a:latin typeface="Work Sans"/>
                          <a:ea typeface="Work Sans"/>
                          <a:cs typeface="Work Sans"/>
                        </a:rPr>
                        <a:t>Gaussian σ=20</a:t>
                      </a:r>
                    </a:p>
                  </a:txBody>
                  <a:tcPr marL="91440" marR="91440" marT="45720" marB="45720">
                    <a:lnL w="4763">
                      <a:solidFill>
                        <a:srgbClr val="8C8580"/>
                      </a:solidFill>
                    </a:lnL>
                    <a:lnR w="4763">
                      <a:solidFill>
                        <a:srgbClr val="8C8580"/>
                      </a:solidFill>
                    </a:lnR>
                    <a:lnB w="4763">
                      <a:solidFill>
                        <a:srgbClr val="8C8580"/>
                      </a:solidFill>
                    </a:lnB>
                    <a:solidFill>
                      <a:srgbClr val="FFFFFF"/>
                    </a:solidFill>
                  </a:tcPr>
                </a:tc>
                <a:tc>
                  <a:txBody>
                    <a:bodyPr lIns="57150" tIns="57150" rIns="57150" bIns="57150"/>
                    <a:lstStyle/>
                    <a:p>
                      <a:r>
                        <a:rPr sz="1350" b="0">
                          <a:solidFill>
                            <a:srgbClr val="000000"/>
                          </a:solidFill>
                          <a:latin typeface="Work Sans"/>
                          <a:ea typeface="Work Sans"/>
                          <a:cs typeface="Work Sans"/>
                        </a:rPr>
                        <a:t>22,49</a:t>
                      </a:r>
                    </a:p>
                  </a:txBody>
                  <a:tcPr marL="91440" marR="91440" marT="45720" marB="45720">
                    <a:lnR w="4763">
                      <a:solidFill>
                        <a:srgbClr val="8C8580"/>
                      </a:solidFill>
                    </a:lnR>
                    <a:lnB w="4763">
                      <a:solidFill>
                        <a:srgbClr val="8C8580"/>
                      </a:solidFill>
                    </a:lnB>
                    <a:solidFill>
                      <a:srgbClr val="FFFFFF"/>
                    </a:solidFill>
                  </a:tcPr>
                </a:tc>
                <a:tc>
                  <a:txBody>
                    <a:bodyPr lIns="57150" tIns="57150" rIns="57150" bIns="57150"/>
                    <a:lstStyle/>
                    <a:p>
                      <a:r>
                        <a:rPr sz="1350" b="0">
                          <a:solidFill>
                            <a:srgbClr val="000000"/>
                          </a:solidFill>
                          <a:latin typeface="Work Sans"/>
                          <a:ea typeface="Work Sans"/>
                          <a:cs typeface="Work Sans"/>
                        </a:rPr>
                        <a:t>33,41</a:t>
                      </a:r>
                    </a:p>
                  </a:txBody>
                  <a:tcPr marL="91440" marR="91440" marT="45720" marB="45720">
                    <a:lnR w="4763">
                      <a:solidFill>
                        <a:srgbClr val="8C8580"/>
                      </a:solidFill>
                    </a:lnR>
                    <a:lnB w="4763">
                      <a:solidFill>
                        <a:srgbClr val="8C8580"/>
                      </a:solidFill>
                    </a:lnB>
                    <a:solidFill>
                      <a:srgbClr val="FFFFFF"/>
                    </a:solidFill>
                  </a:tcPr>
                </a:tc>
                <a:tc>
                  <a:txBody>
                    <a:bodyPr lIns="57150" tIns="57150" rIns="57150" bIns="57150"/>
                    <a:lstStyle/>
                    <a:p>
                      <a:r>
                        <a:rPr sz="1350" b="0">
                          <a:solidFill>
                            <a:srgbClr val="000000"/>
                          </a:solidFill>
                          <a:latin typeface="Work Sans"/>
                          <a:ea typeface="Work Sans"/>
                          <a:cs typeface="Work Sans"/>
                        </a:rPr>
                        <a:t>32,92</a:t>
                      </a:r>
                    </a:p>
                  </a:txBody>
                  <a:tcPr marL="91440" marR="91440" marT="45720" marB="45720">
                    <a:lnR w="4763">
                      <a:solidFill>
                        <a:srgbClr val="8C8580"/>
                      </a:solidFill>
                    </a:lnR>
                    <a:lnB w="4763">
                      <a:solidFill>
                        <a:srgbClr val="8C8580"/>
                      </a:solidFill>
                    </a:lnB>
                    <a:solidFill>
                      <a:srgbClr val="FFFFFF"/>
                    </a:solidFill>
                  </a:tcPr>
                </a:tc>
              </a:tr>
              <a:tr h="555625">
                <a:tc>
                  <a:txBody>
                    <a:bodyPr lIns="57150" tIns="57150" rIns="57150" bIns="57150"/>
                    <a:lstStyle/>
                    <a:p>
                      <a:r>
                        <a:rPr sz="1350" b="0">
                          <a:solidFill>
                            <a:srgbClr val="000000"/>
                          </a:solidFill>
                          <a:latin typeface="Work Sans"/>
                          <a:ea typeface="Work Sans"/>
                          <a:cs typeface="Work Sans"/>
                        </a:rPr>
                        <a:t>Muối tiêu 4%</a:t>
                      </a:r>
                    </a:p>
                  </a:txBody>
                  <a:tcPr marL="91440" marR="91440" marT="45720" marB="45720">
                    <a:lnL w="4763">
                      <a:solidFill>
                        <a:srgbClr val="8C8580"/>
                      </a:solidFill>
                    </a:lnL>
                    <a:lnR w="4763">
                      <a:solidFill>
                        <a:srgbClr val="8C8580"/>
                      </a:solidFill>
                    </a:lnR>
                    <a:lnB w="4763">
                      <a:solidFill>
                        <a:srgbClr val="8C8580"/>
                      </a:solidFill>
                    </a:lnB>
                    <a:solidFill>
                      <a:srgbClr val="FFFFFF"/>
                    </a:solidFill>
                  </a:tcPr>
                </a:tc>
                <a:tc>
                  <a:txBody>
                    <a:bodyPr lIns="57150" tIns="57150" rIns="57150" bIns="57150"/>
                    <a:lstStyle/>
                    <a:p>
                      <a:r>
                        <a:rPr sz="1350" b="0">
                          <a:solidFill>
                            <a:srgbClr val="000000"/>
                          </a:solidFill>
                          <a:latin typeface="Work Sans"/>
                          <a:ea typeface="Work Sans"/>
                          <a:cs typeface="Work Sans"/>
                        </a:rPr>
                        <a:t>18,37</a:t>
                      </a:r>
                    </a:p>
                  </a:txBody>
                  <a:tcPr marL="91440" marR="91440" marT="45720" marB="45720">
                    <a:lnR w="4763">
                      <a:solidFill>
                        <a:srgbClr val="8C8580"/>
                      </a:solidFill>
                    </a:lnR>
                    <a:lnB w="4763">
                      <a:solidFill>
                        <a:srgbClr val="8C8580"/>
                      </a:solidFill>
                    </a:lnB>
                    <a:solidFill>
                      <a:srgbClr val="FFFFFF"/>
                    </a:solidFill>
                  </a:tcPr>
                </a:tc>
                <a:tc>
                  <a:txBody>
                    <a:bodyPr lIns="57150" tIns="57150" rIns="57150" bIns="57150"/>
                    <a:lstStyle/>
                    <a:p>
                      <a:r>
                        <a:rPr sz="1350" b="0">
                          <a:solidFill>
                            <a:srgbClr val="000000"/>
                          </a:solidFill>
                          <a:latin typeface="Work Sans"/>
                          <a:ea typeface="Work Sans"/>
                          <a:cs typeface="Work Sans"/>
                        </a:rPr>
                        <a:t>44,40</a:t>
                      </a:r>
                    </a:p>
                  </a:txBody>
                  <a:tcPr marL="91440" marR="91440" marT="45720" marB="45720">
                    <a:lnR w="4763">
                      <a:solidFill>
                        <a:srgbClr val="8C8580"/>
                      </a:solidFill>
                    </a:lnR>
                    <a:lnB w="4763">
                      <a:solidFill>
                        <a:srgbClr val="8C8580"/>
                      </a:solidFill>
                    </a:lnB>
                    <a:solidFill>
                      <a:srgbClr val="FFFFFF"/>
                    </a:solidFill>
                  </a:tcPr>
                </a:tc>
                <a:tc>
                  <a:txBody>
                    <a:bodyPr lIns="57150" tIns="57150" rIns="57150" bIns="57150"/>
                    <a:lstStyle/>
                    <a:p>
                      <a:r>
                        <a:rPr sz="1350" b="0">
                          <a:solidFill>
                            <a:srgbClr val="000000"/>
                          </a:solidFill>
                          <a:latin typeface="Work Sans"/>
                          <a:ea typeface="Work Sans"/>
                          <a:cs typeface="Work Sans"/>
                        </a:rPr>
                        <a:t>28,87</a:t>
                      </a:r>
                    </a:p>
                  </a:txBody>
                  <a:tcPr marL="91440" marR="91440" marT="45720" marB="45720">
                    <a:lnR w="4763">
                      <a:solidFill>
                        <a:srgbClr val="8C8580"/>
                      </a:solidFill>
                    </a:lnR>
                    <a:lnB w="4763">
                      <a:solidFill>
                        <a:srgbClr val="8C8580"/>
                      </a:solidFill>
                    </a:lnB>
                    <a:solidFill>
                      <a:srgbClr val="FFFFFF"/>
                    </a:solidFill>
                  </a:tcPr>
                </a:tc>
              </a:tr>
            </a:tbl>
          </a:graphicData>
        </a:graphic>
      </p:graphicFrame>
      <p:graphicFrame>
        <p:nvGraphicFramePr>
          <p:cNvPr id="4" name="Chart">
            <a:extLst xmlns:a="http://schemas.openxmlformats.org/drawingml/2006/main">
              <a:ext uri="{FF2B5EF4-FFF2-40B4-BE49-F238E27FC236}">
                <a16:creationId xmlns:a16="http://schemas.microsoft.com/office/drawing/2014/main" id="{74D1081D-5B2B-4FD3-9308-4AC12AF7B389}"/>
              </a:ext>
            </a:extLst>
          </p:cNvPr>
          <p:cNvGraphicFramePr/>
          <p:nvPr/>
        </p:nvGraphicFramePr>
        <p:xfrm>
          <a:off xmlns:a="http://schemas.openxmlformats.org/drawingml/2006/main" x="4667250" y="1390650"/>
          <a:ext xmlns:a="http://schemas.openxmlformats.org/drawingml/2006/main" cx="4191000" cy="2590800"/>
        </p:xfrm>
        <a:graphic xmlns:a="http://schemas.openxmlformats.org/drawingml/2006/main">
          <a:graphicData uri="http://schemas.openxmlformats.org/drawingml/2006/chart">
            <c:chart xmlns:r="http://schemas.openxmlformats.org/officeDocument/2006/relationships" xmlns:c="http://schemas.openxmlformats.org/drawingml/2006/chart" r:id="R48fa04cc6d354932"/>
          </a:graphicData>
        </a:graphic>
      </p:graphicFrame>
      <p:sp>
        <p:nvSpPr>
          <p:cNvPr id="5" name="Hai bộ lọc dùng cửa sổ 5 × 5. PSNR cao hơn nghĩa là sai khác">
            <a:extLst xmlns:a="http://schemas.openxmlformats.org/drawingml/2006/main">
              <a:ext uri="{FF2B5EF4-FFF2-40B4-BE49-F238E27FC236}">
                <a16:creationId xmlns:a16="http://schemas.microsoft.com/office/drawing/2014/main" id="{279EE171-4A83-4494-8560-31C25D0331D4}"/>
              </a:ext>
            </a:extLst>
          </p:cNvPr>
          <p:cNvSpPr>
            <a:spLocks xmlns:a="http://schemas.openxmlformats.org/drawingml/2006/main" noGrp="1"/>
          </p:cNvSpPr>
          <p:nvPr/>
        </p:nvSpPr>
        <p:spPr>
          <a:xfrm xmlns:a="http://schemas.openxmlformats.org/drawingml/2006/main">
            <a:off x="228600" y="4143375"/>
            <a:ext cx="868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000000"/>
                </a:solidFill>
                <a:latin typeface="Work Sans"/>
                <a:ea typeface="Work Sans"/>
                <a:cs typeface="Work Sans"/>
              </a:defRPr>
            </a:defPPr>
            <a:lvl1pPr algn="l">
              <a:defRPr sz="1500" b="0">
                <a:solidFill>
                  <a:srgbClr val="000000"/>
                </a:solidFill>
                <a:latin typeface="Work Sans"/>
                <a:ea typeface="Work Sans"/>
                <a:cs typeface="Work Sans"/>
              </a:defRPr>
            </a:lvl1pPr>
            <a:lvl2pPr algn="l">
              <a:defRPr sz="1500" b="0">
                <a:solidFill>
                  <a:srgbClr val="000000"/>
                </a:solidFill>
                <a:latin typeface="Work Sans"/>
                <a:ea typeface="Work Sans"/>
                <a:cs typeface="Work Sans"/>
              </a:defRPr>
            </a:lvl2pPr>
            <a:lvl3pPr algn="l">
              <a:defRPr sz="1500" b="0">
                <a:solidFill>
                  <a:srgbClr val="000000"/>
                </a:solidFill>
                <a:latin typeface="Work Sans"/>
                <a:ea typeface="Work Sans"/>
                <a:cs typeface="Work Sans"/>
              </a:defRPr>
            </a:lvl3pPr>
            <a:lvl4pPr algn="l">
              <a:defRPr sz="1500" b="0">
                <a:solidFill>
                  <a:srgbClr val="000000"/>
                </a:solidFill>
                <a:latin typeface="Work Sans"/>
                <a:ea typeface="Work Sans"/>
                <a:cs typeface="Work Sans"/>
              </a:defRPr>
            </a:lvl4pPr>
            <a:lvl5pPr algn="l">
              <a:defRPr sz="1500" b="0">
                <a:solidFill>
                  <a:srgbClr val="000000"/>
                </a:solidFill>
                <a:latin typeface="Work Sans"/>
                <a:ea typeface="Work Sans"/>
                <a:cs typeface="Work Sans"/>
              </a:defRPr>
            </a:lvl5pPr>
            <a:lvl6pPr algn="l">
              <a:defRPr sz="1500" b="0">
                <a:solidFill>
                  <a:srgbClr val="000000"/>
                </a:solidFill>
                <a:latin typeface="Work Sans"/>
                <a:ea typeface="Work Sans"/>
                <a:cs typeface="Work Sans"/>
              </a:defRPr>
            </a:lvl6pPr>
            <a:lvl7pPr algn="l">
              <a:defRPr sz="1500" b="0">
                <a:solidFill>
                  <a:srgbClr val="000000"/>
                </a:solidFill>
                <a:latin typeface="Work Sans"/>
                <a:ea typeface="Work Sans"/>
                <a:cs typeface="Work Sans"/>
              </a:defRPr>
            </a:lvl7pPr>
            <a:lvl8pPr algn="l">
              <a:defRPr sz="1500" b="0">
                <a:solidFill>
                  <a:srgbClr val="000000"/>
                </a:solidFill>
                <a:latin typeface="Work Sans"/>
                <a:ea typeface="Work Sans"/>
                <a:cs typeface="Work Sans"/>
              </a:defRPr>
            </a:lvl8pPr>
            <a:lvl9pPr algn="l">
              <a:defRPr sz="1500" b="0">
                <a:solidFill>
                  <a:srgbClr val="000000"/>
                </a:solidFill>
                <a:latin typeface="Work Sans"/>
                <a:ea typeface="Work Sans"/>
                <a:cs typeface="Work Sans"/>
              </a:defRPr>
            </a:lvl9pPr>
          </a:lstStyle>
          <a:p xmlns:a="http://schemas.openxmlformats.org/drawingml/2006/main">
            <a:pPr algn="l">
              <a:defRPr sz="1500" b="0">
                <a:solidFill>
                  <a:srgbClr val="000000"/>
                </a:solidFill>
                <a:latin typeface="Work Sans"/>
                <a:ea typeface="Work Sans"/>
                <a:cs typeface="Work Sans"/>
              </a:defRPr>
            </a:pPr>
            <a:r>
              <a:rPr sz="1500" b="0">
                <a:solidFill>
                  <a:srgbClr val="000000"/>
                </a:solidFill>
                <a:latin typeface="Work Sans"/>
                <a:ea typeface="Work Sans"/>
                <a:cs typeface="Work Sans"/>
              </a:rPr>
              <a:t>Hai bộ lọc dùng cửa sổ 5 × 5. PSNR cao hơn nghĩa là sai khác bình phương nhỏ hơn.</a:t>
            </a:r>
          </a:p>
        </p:txBody>
      </p:sp>
      <p:sp>
        <p:nvSpPr>
          <p:cNvPr id="6" name="PSNR không đo độ chính xác định vị đồng tử.">
            <a:extLst xmlns:a="http://schemas.openxmlformats.org/drawingml/2006/main">
              <a:ext uri="{FF2B5EF4-FFF2-40B4-BE49-F238E27FC236}">
                <a16:creationId xmlns:a16="http://schemas.microsoft.com/office/drawing/2014/main" id="{3AB93E55-8AEA-4042-B2E6-7B2425F67D89}"/>
              </a:ext>
            </a:extLst>
          </p:cNvPr>
          <p:cNvSpPr>
            <a:spLocks xmlns:a="http://schemas.openxmlformats.org/drawingml/2006/main" noGrp="1"/>
          </p:cNvSpPr>
          <p:nvPr/>
        </p:nvSpPr>
        <p:spPr>
          <a:xfrm xmlns:a="http://schemas.openxmlformats.org/drawingml/2006/main">
            <a:off x="228600" y="4629150"/>
            <a:ext cx="8686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00000"/>
                </a:solidFill>
                <a:latin typeface="Work Sans"/>
                <a:ea typeface="Work Sans"/>
                <a:cs typeface="Work Sans"/>
              </a:defRPr>
            </a:defPPr>
            <a:lvl1pPr algn="l">
              <a:defRPr sz="1500" b="1">
                <a:solidFill>
                  <a:srgbClr val="000000"/>
                </a:solidFill>
                <a:latin typeface="Work Sans"/>
                <a:ea typeface="Work Sans"/>
                <a:cs typeface="Work Sans"/>
              </a:defRPr>
            </a:lvl1pPr>
            <a:lvl2pPr algn="l">
              <a:defRPr sz="1500" b="1">
                <a:solidFill>
                  <a:srgbClr val="000000"/>
                </a:solidFill>
                <a:latin typeface="Work Sans"/>
                <a:ea typeface="Work Sans"/>
                <a:cs typeface="Work Sans"/>
              </a:defRPr>
            </a:lvl2pPr>
            <a:lvl3pPr algn="l">
              <a:defRPr sz="1500" b="1">
                <a:solidFill>
                  <a:srgbClr val="000000"/>
                </a:solidFill>
                <a:latin typeface="Work Sans"/>
                <a:ea typeface="Work Sans"/>
                <a:cs typeface="Work Sans"/>
              </a:defRPr>
            </a:lvl3pPr>
            <a:lvl4pPr algn="l">
              <a:defRPr sz="1500" b="1">
                <a:solidFill>
                  <a:srgbClr val="000000"/>
                </a:solidFill>
                <a:latin typeface="Work Sans"/>
                <a:ea typeface="Work Sans"/>
                <a:cs typeface="Work Sans"/>
              </a:defRPr>
            </a:lvl4pPr>
            <a:lvl5pPr algn="l">
              <a:defRPr sz="1500" b="1">
                <a:solidFill>
                  <a:srgbClr val="000000"/>
                </a:solidFill>
                <a:latin typeface="Work Sans"/>
                <a:ea typeface="Work Sans"/>
                <a:cs typeface="Work Sans"/>
              </a:defRPr>
            </a:lvl5pPr>
            <a:lvl6pPr algn="l">
              <a:defRPr sz="1500" b="1">
                <a:solidFill>
                  <a:srgbClr val="000000"/>
                </a:solidFill>
                <a:latin typeface="Work Sans"/>
                <a:ea typeface="Work Sans"/>
                <a:cs typeface="Work Sans"/>
              </a:defRPr>
            </a:lvl6pPr>
            <a:lvl7pPr algn="l">
              <a:defRPr sz="1500" b="1">
                <a:solidFill>
                  <a:srgbClr val="000000"/>
                </a:solidFill>
                <a:latin typeface="Work Sans"/>
                <a:ea typeface="Work Sans"/>
                <a:cs typeface="Work Sans"/>
              </a:defRPr>
            </a:lvl7pPr>
            <a:lvl8pPr algn="l">
              <a:defRPr sz="1500" b="1">
                <a:solidFill>
                  <a:srgbClr val="000000"/>
                </a:solidFill>
                <a:latin typeface="Work Sans"/>
                <a:ea typeface="Work Sans"/>
                <a:cs typeface="Work Sans"/>
              </a:defRPr>
            </a:lvl8pPr>
            <a:lvl9pPr algn="l">
              <a:defRPr sz="1500" b="1">
                <a:solidFill>
                  <a:srgbClr val="000000"/>
                </a:solidFill>
                <a:latin typeface="Work Sans"/>
                <a:ea typeface="Work Sans"/>
                <a:cs typeface="Work Sans"/>
              </a:defRPr>
            </a:lvl9pPr>
          </a:lstStyle>
          <a:p xmlns:a="http://schemas.openxmlformats.org/drawingml/2006/main">
            <a:pPr algn="l">
              <a:defRPr sz="1500" b="1">
                <a:solidFill>
                  <a:srgbClr val="000000"/>
                </a:solidFill>
                <a:latin typeface="Work Sans"/>
                <a:ea typeface="Work Sans"/>
                <a:cs typeface="Work Sans"/>
              </a:defRPr>
            </a:pPr>
            <a:r>
              <a:rPr sz="1500" b="1">
                <a:solidFill>
                  <a:srgbClr val="000000"/>
                </a:solidFill>
                <a:latin typeface="Work Sans"/>
                <a:ea typeface="Work Sans"/>
                <a:cs typeface="Work Sans"/>
              </a:rPr>
              <a:t>PSNR không đo độ chính xác định vị đồng tử.</a:t>
            </a:r>
          </a:p>
        </p:txBody>
      </p:sp>
    </p:spTree>
    <p:extLst>
      <p:ext uri="{BB962C8B-B14F-4D97-AF65-F5344CB8AC3E}">
        <p14:creationId xmlns:p14="http://schemas.microsoft.com/office/powerpoint/2010/main" val="129661570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22" name="Google Shape;222;p32">
            <a:extLst xmlns:a="http://schemas.openxmlformats.org/drawingml/2006/main">
              <a:ext uri="{FF2B5EF4-FFF2-40B4-BE49-F238E27FC236}">
                <a16:creationId xmlns:a16="http://schemas.microsoft.com/office/drawing/2014/main" id="{ED4A19D2-2F89-4E77-A885-49D1FEF0B549}"/>
              </a:ext>
            </a:extLst>
          </p:cNvPr>
          <p:cNvSpPr>
            <a:spLocks xmlns:a="http://schemas.openxmlformats.org/drawingml/2006/main" noGrp="1"/>
          </p:cNvSpPr>
          <p:nvPr>
            <p:ph type="title" idx="0"/>
          </p:nvPr>
        </p:nvSpPr>
        <p:spPr>
          <a:xfrm xmlns:a="http://schemas.openxmlformats.org/drawingml/2006/main">
            <a:off x="228600" y="685800"/>
            <a:ext cx="4286250" cy="104775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2550" b="0">
                <a:solidFill>
                  <a:srgbClr val="000000"/>
                </a:solidFill>
                <a:latin typeface="Hubot Sans"/>
                <a:ea typeface="Hubot Sans"/>
                <a:cs typeface="Hubot Sans"/>
              </a:defRPr>
            </a:defPPr>
            <a:lvl1pPr algn="l">
              <a:defRPr sz="2550" b="0">
                <a:solidFill>
                  <a:srgbClr val="000000"/>
                </a:solidFill>
                <a:latin typeface="Hubot Sans"/>
                <a:ea typeface="Hubot Sans"/>
                <a:cs typeface="Hubot Sans"/>
              </a:defRPr>
            </a:lvl1pPr>
            <a:lvl2pPr algn="l">
              <a:defRPr sz="2550" b="0">
                <a:solidFill>
                  <a:srgbClr val="000000"/>
                </a:solidFill>
                <a:latin typeface="Hubot Sans"/>
                <a:ea typeface="Hubot Sans"/>
                <a:cs typeface="Hubot Sans"/>
              </a:defRPr>
            </a:lvl2pPr>
            <a:lvl3pPr algn="l">
              <a:defRPr sz="2550" b="0">
                <a:solidFill>
                  <a:srgbClr val="000000"/>
                </a:solidFill>
                <a:latin typeface="Hubot Sans"/>
                <a:ea typeface="Hubot Sans"/>
                <a:cs typeface="Hubot Sans"/>
              </a:defRPr>
            </a:lvl3pPr>
            <a:lvl4pPr algn="l">
              <a:defRPr sz="2550" b="0">
                <a:solidFill>
                  <a:srgbClr val="000000"/>
                </a:solidFill>
                <a:latin typeface="Hubot Sans"/>
                <a:ea typeface="Hubot Sans"/>
                <a:cs typeface="Hubot Sans"/>
              </a:defRPr>
            </a:lvl4pPr>
            <a:lvl5pPr algn="l">
              <a:defRPr sz="2550" b="0">
                <a:solidFill>
                  <a:srgbClr val="000000"/>
                </a:solidFill>
                <a:latin typeface="Hubot Sans"/>
                <a:ea typeface="Hubot Sans"/>
                <a:cs typeface="Hubot Sans"/>
              </a:defRPr>
            </a:lvl5pPr>
            <a:lvl6pPr algn="l">
              <a:defRPr sz="2550" b="0">
                <a:solidFill>
                  <a:srgbClr val="000000"/>
                </a:solidFill>
                <a:latin typeface="Hubot Sans"/>
                <a:ea typeface="Hubot Sans"/>
                <a:cs typeface="Hubot Sans"/>
              </a:defRPr>
            </a:lvl6pPr>
            <a:lvl7pPr algn="l">
              <a:defRPr sz="2550" b="0">
                <a:solidFill>
                  <a:srgbClr val="000000"/>
                </a:solidFill>
                <a:latin typeface="Hubot Sans"/>
                <a:ea typeface="Hubot Sans"/>
                <a:cs typeface="Hubot Sans"/>
              </a:defRPr>
            </a:lvl7pPr>
            <a:lvl8pPr algn="l">
              <a:defRPr sz="2550" b="0">
                <a:solidFill>
                  <a:srgbClr val="000000"/>
                </a:solidFill>
                <a:latin typeface="Hubot Sans"/>
                <a:ea typeface="Hubot Sans"/>
                <a:cs typeface="Hubot Sans"/>
              </a:defRPr>
            </a:lvl8pPr>
            <a:lvl9pPr algn="l">
              <a:defRPr sz="2550" b="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2550" b="0">
                <a:solidFill>
                  <a:srgbClr val="000000"/>
                </a:solidFill>
                <a:latin typeface="Hubot Sans"/>
                <a:ea typeface="Hubot Sans"/>
                <a:cs typeface="Hubot Sans"/>
              </a:defRPr>
            </a:pPr>
            <a:r>
              <a:rPr sz="2550" b="0">
                <a:solidFill>
                  <a:srgbClr val="000000"/>
                </a:solidFill>
                <a:latin typeface="Hubot Sans"/>
                <a:ea typeface="Hubot Sans"/>
                <a:cs typeface="Hubot Sans"/>
              </a:rPr>
              <a:t>ƯỚC LƯỢNG</a:t>
            </a:r>
            <a:endParaRPr/>
          </a:p>
          <a:p xmlns:a="http://schemas.openxmlformats.org/drawingml/2006/main">
            <a:pPr marL="0" lvl="0" indent="0" algn="l">
              <a:spcBef>
                <a:spcPts val="0"/>
              </a:spcBef>
              <a:spcAft>
                <a:spcPts val="0"/>
              </a:spcAft>
              <a:buNone/>
              <a:defRPr sz="2550" b="0">
                <a:solidFill>
                  <a:srgbClr val="000000"/>
                </a:solidFill>
                <a:latin typeface="Hubot Sans"/>
                <a:ea typeface="Hubot Sans"/>
                <a:cs typeface="Hubot Sans"/>
              </a:defRPr>
            </a:pPr>
            <a:r>
              <a:rPr sz="2550" b="0">
                <a:solidFill>
                  <a:srgbClr val="000000"/>
                </a:solidFill>
                <a:latin typeface="Hubot Sans"/>
                <a:ea typeface="Hubot Sans"/>
                <a:cs typeface="Hubot Sans"/>
              </a:rPr>
              <a:t>TÂM ĐỒNG TỬ</a:t>
            </a:r>
            <a:endParaRPr/>
          </a:p>
        </p:txBody>
      </p:sp>
      <p:pic>
        <p:nvPicPr>
          <p:cNvPr id="224" name="Google Shape;224;p32">
            <a:extLst xmlns:a="http://schemas.openxmlformats.org/drawingml/2006/main">
              <a:ext uri="{FF2B5EF4-FFF2-40B4-BE49-F238E27FC236}">
                <a16:creationId xmlns:a16="http://schemas.microsoft.com/office/drawing/2014/main" id="{6E1B2A5C-1192-418C-95A9-719A73D51DE4}"/>
              </a:ext>
            </a:extLst>
          </p:cNvPr>
          <p:cNvPicPr>
            <a:picLocks xmlns:a="http://schemas.openxmlformats.org/drawingml/2006/main" noChangeAspect="1"/>
          </p:cNvPicPr>
          <p:nvPr>
            <p:ph type="pic" idx="2"/>
          </p:nvPr>
        </p:nvPicPr>
        <p:blipFill rotWithShape="1">
          <a:blip xmlns:r="http://schemas.openxmlformats.org/officeDocument/2006/relationships" xmlns:a="http://schemas.openxmlformats.org/drawingml/2006/main" r:embed="R108d518f96424a35">
            <a:alphaModFix/>
          </a:blip>
          <a:srcRect xmlns:a="http://schemas.openxmlformats.org/drawingml/2006/main" l="0" t="0" r="0" b="0"/>
          <a:stretch xmlns:a="http://schemas.openxmlformats.org/drawingml/2006/main"/>
        </p:blipFill>
        <p:spPr>
          <a:xfrm xmlns:a="http://schemas.openxmlformats.org/drawingml/2006/main">
            <a:off x="4905375" y="1619250"/>
            <a:ext cx="4000500" cy="2250281"/>
          </a:xfrm>
          <a:prstGeom xmlns:a="http://schemas.openxmlformats.org/drawingml/2006/main" prst="rect">
            <a:avLst/>
          </a:prstGeom>
        </p:spPr>
      </p:pic>
      <p:sp>
        <p:nvSpPr>
          <p:cNvPr id="225" name="Lọc vùng theo diện tích và hình dạng.  Khớp ellipse để ước l">
            <a:extLst xmlns:a="http://schemas.openxmlformats.org/drawingml/2006/main">
              <a:ext uri="{FF2B5EF4-FFF2-40B4-BE49-F238E27FC236}">
                <a16:creationId xmlns:a16="http://schemas.microsoft.com/office/drawing/2014/main" id="{3BBFF677-AA28-41B2-880A-A8E0C0DA84DE}"/>
              </a:ext>
            </a:extLst>
          </p:cNvPr>
          <p:cNvSpPr>
            <a:spLocks xmlns:a="http://schemas.openxmlformats.org/drawingml/2006/main" noGrp="1"/>
          </p:cNvSpPr>
          <p:nvPr/>
        </p:nvSpPr>
        <p:spPr>
          <a:xfrm xmlns:a="http://schemas.openxmlformats.org/drawingml/2006/main">
            <a:off x="228600" y="2047875"/>
            <a:ext cx="423862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Work Sans"/>
                <a:ea typeface="Work Sans"/>
                <a:cs typeface="Work Sans"/>
              </a:defRPr>
            </a:defPPr>
            <a:lvl1pPr algn="l">
              <a:defRPr sz="1800" b="0">
                <a:solidFill>
                  <a:srgbClr val="000000"/>
                </a:solidFill>
                <a:latin typeface="Work Sans"/>
                <a:ea typeface="Work Sans"/>
                <a:cs typeface="Work Sans"/>
              </a:defRPr>
            </a:lvl1pPr>
            <a:lvl2pPr algn="l">
              <a:defRPr sz="1800" b="0">
                <a:solidFill>
                  <a:srgbClr val="000000"/>
                </a:solidFill>
                <a:latin typeface="Work Sans"/>
                <a:ea typeface="Work Sans"/>
                <a:cs typeface="Work Sans"/>
              </a:defRPr>
            </a:lvl2pPr>
            <a:lvl3pPr algn="l">
              <a:defRPr sz="1800" b="0">
                <a:solidFill>
                  <a:srgbClr val="000000"/>
                </a:solidFill>
                <a:latin typeface="Work Sans"/>
                <a:ea typeface="Work Sans"/>
                <a:cs typeface="Work Sans"/>
              </a:defRPr>
            </a:lvl3pPr>
            <a:lvl4pPr algn="l">
              <a:defRPr sz="1800" b="0">
                <a:solidFill>
                  <a:srgbClr val="000000"/>
                </a:solidFill>
                <a:latin typeface="Work Sans"/>
                <a:ea typeface="Work Sans"/>
                <a:cs typeface="Work Sans"/>
              </a:defRPr>
            </a:lvl4pPr>
            <a:lvl5pPr algn="l">
              <a:defRPr sz="1800" b="0">
                <a:solidFill>
                  <a:srgbClr val="000000"/>
                </a:solidFill>
                <a:latin typeface="Work Sans"/>
                <a:ea typeface="Work Sans"/>
                <a:cs typeface="Work Sans"/>
              </a:defRPr>
            </a:lvl5pPr>
            <a:lvl6pPr algn="l">
              <a:defRPr sz="1800" b="0">
                <a:solidFill>
                  <a:srgbClr val="000000"/>
                </a:solidFill>
                <a:latin typeface="Work Sans"/>
                <a:ea typeface="Work Sans"/>
                <a:cs typeface="Work Sans"/>
              </a:defRPr>
            </a:lvl6pPr>
            <a:lvl7pPr algn="l">
              <a:defRPr sz="1800" b="0">
                <a:solidFill>
                  <a:srgbClr val="000000"/>
                </a:solidFill>
                <a:latin typeface="Work Sans"/>
                <a:ea typeface="Work Sans"/>
                <a:cs typeface="Work Sans"/>
              </a:defRPr>
            </a:lvl7pPr>
            <a:lvl8pPr algn="l">
              <a:defRPr sz="1800" b="0">
                <a:solidFill>
                  <a:srgbClr val="000000"/>
                </a:solidFill>
                <a:latin typeface="Work Sans"/>
                <a:ea typeface="Work Sans"/>
                <a:cs typeface="Work Sans"/>
              </a:defRPr>
            </a:lvl8pPr>
            <a:lvl9pPr algn="l">
              <a:defRPr sz="1800" b="0">
                <a:solidFill>
                  <a:srgbClr val="000000"/>
                </a:solidFill>
                <a:latin typeface="Work Sans"/>
                <a:ea typeface="Work Sans"/>
                <a:cs typeface="Work Sans"/>
              </a:defRPr>
            </a:lvl9pPr>
          </a:lstStyle>
          <a:p xmlns:a="http://schemas.openxmlformats.org/drawingml/2006/main">
            <a:pPr algn="l">
              <a:defRPr sz="1800" b="0">
                <a:solidFill>
                  <a:srgbClr val="000000"/>
                </a:solidFill>
                <a:latin typeface="Work Sans"/>
                <a:ea typeface="Work Sans"/>
                <a:cs typeface="Work Sans"/>
              </a:defRPr>
            </a:pPr>
            <a:r>
              <a:rPr sz="1800" b="0">
                <a:solidFill>
                  <a:srgbClr val="000000"/>
                </a:solidFill>
                <a:latin typeface="Work Sans"/>
                <a:ea typeface="Work Sans"/>
                <a:cs typeface="Work Sans"/>
              </a:rPr>
              <a:t>Lọc vùng theo diện tích và hình dạng.</a:t>
            </a:r>
          </a:p>
          <a:p xmlns:a="http://schemas.openxmlformats.org/drawingml/2006/main">
            <a:r>
              <a:t/>
            </a:r>
          </a:p>
          <a:p xmlns:a="http://schemas.openxmlformats.org/drawingml/2006/main">
            <a:pPr algn="l">
              <a:defRPr sz="1800" b="0">
                <a:solidFill>
                  <a:srgbClr val="000000"/>
                </a:solidFill>
                <a:latin typeface="Work Sans"/>
                <a:ea typeface="Work Sans"/>
                <a:cs typeface="Work Sans"/>
              </a:defRPr>
            </a:pPr>
            <a:r>
              <a:rPr sz="1800" b="0">
                <a:solidFill>
                  <a:srgbClr val="000000"/>
                </a:solidFill>
                <a:latin typeface="Work Sans"/>
                <a:ea typeface="Work Sans"/>
                <a:cs typeface="Work Sans"/>
              </a:rPr>
              <a:t>Khớp ellipse để ước lượng tâm.</a:t>
            </a:r>
          </a:p>
          <a:p xmlns:a="http://schemas.openxmlformats.org/drawingml/2006/main">
            <a:r>
              <a:t/>
            </a:r>
          </a:p>
          <a:p xmlns:a="http://schemas.openxmlformats.org/drawingml/2006/main">
            <a:pPr algn="l">
              <a:defRPr sz="1800" b="0">
                <a:solidFill>
                  <a:srgbClr val="000000"/>
                </a:solidFill>
                <a:latin typeface="Work Sans"/>
                <a:ea typeface="Work Sans"/>
                <a:cs typeface="Work Sans"/>
              </a:defRPr>
            </a:pPr>
            <a:r>
              <a:rPr sz="1800" b="0">
                <a:solidFill>
                  <a:srgbClr val="000000"/>
                </a:solidFill>
                <a:latin typeface="Work Sans"/>
                <a:ea typeface="Work Sans"/>
                <a:cs typeface="Work Sans"/>
              </a:rPr>
              <a:t>Chưa có nhãn tâm chuẩn để tính độ chính xác.</a:t>
            </a:r>
          </a:p>
        </p:txBody>
      </p:sp>
    </p:spTree>
    <p:extLst>
      <p:ext uri="{BB962C8B-B14F-4D97-AF65-F5344CB8AC3E}">
        <p14:creationId xmlns:p14="http://schemas.microsoft.com/office/powerpoint/2010/main" val="170950867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36" name="Google Shape;236;p34">
            <a:extLst xmlns:a="http://schemas.openxmlformats.org/drawingml/2006/main">
              <a:ext uri="{FF2B5EF4-FFF2-40B4-BE49-F238E27FC236}">
                <a16:creationId xmlns:a16="http://schemas.microsoft.com/office/drawing/2014/main" id="{BDC54043-3FB1-4EB8-9A85-0850B18664E9}"/>
              </a:ext>
            </a:extLst>
          </p:cNvPr>
          <p:cNvSpPr>
            <a:spLocks xmlns:a="http://schemas.openxmlformats.org/drawingml/2006/main" noGrp="1"/>
          </p:cNvSpPr>
          <p:nvPr>
            <p:ph type="title" idx="0"/>
          </p:nvPr>
        </p:nvSpPr>
        <p:spPr>
          <a:xfrm xmlns:a="http://schemas.openxmlformats.org/drawingml/2006/main">
            <a:off x="228600" y="342900"/>
            <a:ext cx="3619500" cy="1285875"/>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2850" b="0">
                <a:solidFill>
                  <a:srgbClr val="000000"/>
                </a:solidFill>
                <a:latin typeface="Hubot Sans"/>
                <a:ea typeface="Hubot Sans"/>
                <a:cs typeface="Hubot Sans"/>
              </a:defRPr>
            </a:defPPr>
            <a:lvl1pPr algn="l">
              <a:defRPr sz="2850" b="0">
                <a:solidFill>
                  <a:srgbClr val="000000"/>
                </a:solidFill>
                <a:latin typeface="Hubot Sans"/>
                <a:ea typeface="Hubot Sans"/>
                <a:cs typeface="Hubot Sans"/>
              </a:defRPr>
            </a:lvl1pPr>
            <a:lvl2pPr algn="l">
              <a:defRPr sz="2850" b="0">
                <a:solidFill>
                  <a:srgbClr val="000000"/>
                </a:solidFill>
                <a:latin typeface="Hubot Sans"/>
                <a:ea typeface="Hubot Sans"/>
                <a:cs typeface="Hubot Sans"/>
              </a:defRPr>
            </a:lvl2pPr>
            <a:lvl3pPr algn="l">
              <a:defRPr sz="2850" b="0">
                <a:solidFill>
                  <a:srgbClr val="000000"/>
                </a:solidFill>
                <a:latin typeface="Hubot Sans"/>
                <a:ea typeface="Hubot Sans"/>
                <a:cs typeface="Hubot Sans"/>
              </a:defRPr>
            </a:lvl3pPr>
            <a:lvl4pPr algn="l">
              <a:defRPr sz="2850" b="0">
                <a:solidFill>
                  <a:srgbClr val="000000"/>
                </a:solidFill>
                <a:latin typeface="Hubot Sans"/>
                <a:ea typeface="Hubot Sans"/>
                <a:cs typeface="Hubot Sans"/>
              </a:defRPr>
            </a:lvl4pPr>
            <a:lvl5pPr algn="l">
              <a:defRPr sz="2850" b="0">
                <a:solidFill>
                  <a:srgbClr val="000000"/>
                </a:solidFill>
                <a:latin typeface="Hubot Sans"/>
                <a:ea typeface="Hubot Sans"/>
                <a:cs typeface="Hubot Sans"/>
              </a:defRPr>
            </a:lvl5pPr>
            <a:lvl6pPr algn="l">
              <a:defRPr sz="2850" b="0">
                <a:solidFill>
                  <a:srgbClr val="000000"/>
                </a:solidFill>
                <a:latin typeface="Hubot Sans"/>
                <a:ea typeface="Hubot Sans"/>
                <a:cs typeface="Hubot Sans"/>
              </a:defRPr>
            </a:lvl6pPr>
            <a:lvl7pPr algn="l">
              <a:defRPr sz="2850" b="0">
                <a:solidFill>
                  <a:srgbClr val="000000"/>
                </a:solidFill>
                <a:latin typeface="Hubot Sans"/>
                <a:ea typeface="Hubot Sans"/>
                <a:cs typeface="Hubot Sans"/>
              </a:defRPr>
            </a:lvl7pPr>
            <a:lvl8pPr algn="l">
              <a:defRPr sz="2850" b="0">
                <a:solidFill>
                  <a:srgbClr val="000000"/>
                </a:solidFill>
                <a:latin typeface="Hubot Sans"/>
                <a:ea typeface="Hubot Sans"/>
                <a:cs typeface="Hubot Sans"/>
              </a:defRPr>
            </a:lvl8pPr>
            <a:lvl9pPr algn="l">
              <a:defRPr sz="2850" b="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2850" b="0">
                <a:solidFill>
                  <a:srgbClr val="000000"/>
                </a:solidFill>
                <a:latin typeface="Hubot Sans"/>
                <a:ea typeface="Hubot Sans"/>
                <a:cs typeface="Hubot Sans"/>
              </a:defRPr>
            </a:pPr>
            <a:r>
              <a:rPr sz="2850" b="0">
                <a:solidFill>
                  <a:srgbClr val="000000"/>
                </a:solidFill>
                <a:latin typeface="Hubot Sans"/>
                <a:ea typeface="Hubot Sans"/>
                <a:cs typeface="Hubot Sans"/>
              </a:rPr>
              <a:t>DEMO</a:t>
            </a:r>
            <a:endParaRPr/>
          </a:p>
          <a:p xmlns:a="http://schemas.openxmlformats.org/drawingml/2006/main">
            <a:pPr marL="0" lvl="0" indent="0" algn="l">
              <a:spcBef>
                <a:spcPts val="0"/>
              </a:spcBef>
              <a:spcAft>
                <a:spcPts val="0"/>
              </a:spcAft>
              <a:buNone/>
              <a:defRPr sz="2850" b="0">
                <a:solidFill>
                  <a:srgbClr val="000000"/>
                </a:solidFill>
                <a:latin typeface="Hubot Sans"/>
                <a:ea typeface="Hubot Sans"/>
                <a:cs typeface="Hubot Sans"/>
              </a:defRPr>
            </a:pPr>
            <a:r>
              <a:rPr sz="2850" b="0">
                <a:solidFill>
                  <a:srgbClr val="000000"/>
                </a:solidFill>
                <a:latin typeface="Hubot Sans"/>
                <a:ea typeface="Hubot Sans"/>
                <a:cs typeface="Hubot Sans"/>
              </a:rPr>
              <a:t>CHƯƠNG TRÌNH</a:t>
            </a:r>
            <a:endParaRPr/>
          </a:p>
        </p:txBody>
      </p:sp>
      <p:sp>
        <p:nvSpPr>
          <p:cNvPr id="237" name="Google Shape;237;p34">
            <a:extLst xmlns:a="http://schemas.openxmlformats.org/drawingml/2006/main">
              <a:ext uri="{FF2B5EF4-FFF2-40B4-BE49-F238E27FC236}">
                <a16:creationId xmlns:a16="http://schemas.microsoft.com/office/drawing/2014/main" id="{D16E6096-6254-4679-BEFB-03A707C7FD42}"/>
              </a:ext>
            </a:extLst>
          </p:cNvPr>
          <p:cNvSpPr>
            <a:spLocks xmlns:a="http://schemas.openxmlformats.org/drawingml/2006/main" noGrp="1"/>
          </p:cNvSpPr>
          <p:nvPr>
            <p:ph type="subTitle" idx="1"/>
          </p:nvPr>
        </p:nvSpPr>
        <p:spPr>
          <a:xfrm xmlns:a="http://schemas.openxmlformats.org/drawingml/2006/main">
            <a:off x="228600" y="2190750"/>
            <a:ext cx="2714625" cy="24765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725" b="0">
                <a:solidFill>
                  <a:srgbClr val="000000"/>
                </a:solidFill>
                <a:latin typeface="Work Sans"/>
                <a:ea typeface="Work Sans"/>
                <a:cs typeface="Work Sans"/>
              </a:defRPr>
            </a:defPPr>
            <a:lvl1pPr algn="l">
              <a:defRPr sz="1725" b="0">
                <a:solidFill>
                  <a:srgbClr val="000000"/>
                </a:solidFill>
                <a:latin typeface="Work Sans"/>
                <a:ea typeface="Work Sans"/>
                <a:cs typeface="Work Sans"/>
              </a:defRPr>
            </a:lvl1pPr>
            <a:lvl2pPr algn="l">
              <a:defRPr sz="1725" b="0">
                <a:solidFill>
                  <a:srgbClr val="000000"/>
                </a:solidFill>
                <a:latin typeface="Work Sans"/>
                <a:ea typeface="Work Sans"/>
                <a:cs typeface="Work Sans"/>
              </a:defRPr>
            </a:lvl2pPr>
            <a:lvl3pPr algn="l">
              <a:defRPr sz="1725" b="0">
                <a:solidFill>
                  <a:srgbClr val="000000"/>
                </a:solidFill>
                <a:latin typeface="Work Sans"/>
                <a:ea typeface="Work Sans"/>
                <a:cs typeface="Work Sans"/>
              </a:defRPr>
            </a:lvl3pPr>
            <a:lvl4pPr algn="l">
              <a:defRPr sz="1725" b="0">
                <a:solidFill>
                  <a:srgbClr val="000000"/>
                </a:solidFill>
                <a:latin typeface="Work Sans"/>
                <a:ea typeface="Work Sans"/>
                <a:cs typeface="Work Sans"/>
              </a:defRPr>
            </a:lvl4pPr>
            <a:lvl5pPr algn="l">
              <a:defRPr sz="1725" b="0">
                <a:solidFill>
                  <a:srgbClr val="000000"/>
                </a:solidFill>
                <a:latin typeface="Work Sans"/>
                <a:ea typeface="Work Sans"/>
                <a:cs typeface="Work Sans"/>
              </a:defRPr>
            </a:lvl5pPr>
            <a:lvl6pPr algn="l">
              <a:defRPr sz="1725" b="0">
                <a:solidFill>
                  <a:srgbClr val="000000"/>
                </a:solidFill>
                <a:latin typeface="Work Sans"/>
                <a:ea typeface="Work Sans"/>
                <a:cs typeface="Work Sans"/>
              </a:defRPr>
            </a:lvl6pPr>
            <a:lvl7pPr algn="l">
              <a:defRPr sz="1725" b="0">
                <a:solidFill>
                  <a:srgbClr val="000000"/>
                </a:solidFill>
                <a:latin typeface="Work Sans"/>
                <a:ea typeface="Work Sans"/>
                <a:cs typeface="Work Sans"/>
              </a:defRPr>
            </a:lvl7pPr>
            <a:lvl8pPr algn="l">
              <a:defRPr sz="1725" b="0">
                <a:solidFill>
                  <a:srgbClr val="000000"/>
                </a:solidFill>
                <a:latin typeface="Work Sans"/>
                <a:ea typeface="Work Sans"/>
                <a:cs typeface="Work Sans"/>
              </a:defRPr>
            </a:lvl8pPr>
            <a:lvl9pPr algn="l">
              <a:defRPr sz="1725"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725" b="0">
                <a:solidFill>
                  <a:srgbClr val="000000"/>
                </a:solidFill>
                <a:latin typeface="Work Sans"/>
                <a:ea typeface="Work Sans"/>
                <a:cs typeface="Work Sans"/>
              </a:defRPr>
            </a:pPr>
            <a:r>
              <a:rPr sz="1725" b="0">
                <a:solidFill>
                  <a:srgbClr val="000000"/>
                </a:solidFill>
                <a:latin typeface="Work Sans"/>
                <a:ea typeface="Work Sans"/>
                <a:cs typeface="Work Sans"/>
              </a:rPr>
              <a:t>Chọn ảnh và điều kiện.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defRPr sz="1725" b="0">
                <a:solidFill>
                  <a:srgbClr val="000000"/>
                </a:solidFill>
                <a:latin typeface="Work Sans"/>
                <a:ea typeface="Work Sans"/>
                <a:cs typeface="Work Sans"/>
              </a:defRPr>
            </a:pPr>
            <a:r>
              <a:rPr sz="1725" b="0">
                <a:solidFill>
                  <a:srgbClr val="000000"/>
                </a:solidFill>
                <a:latin typeface="Work Sans"/>
                <a:ea typeface="Work Sans"/>
                <a:cs typeface="Work Sans"/>
              </a:rPr>
              <a:t>So sánh từng bước xử lý.</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defRPr sz="1725" b="0">
                <a:solidFill>
                  <a:srgbClr val="000000"/>
                </a:solidFill>
                <a:latin typeface="Work Sans"/>
                <a:ea typeface="Work Sans"/>
                <a:cs typeface="Work Sans"/>
              </a:defRPr>
            </a:pPr>
            <a:r>
              <a:rPr sz="1725" b="0">
                <a:solidFill>
                  <a:srgbClr val="000000"/>
                </a:solidFill>
                <a:latin typeface="Work Sans"/>
                <a:ea typeface="Work Sans"/>
                <a:cs typeface="Work Sans"/>
              </a:rPr>
              <a:t>Quan sát histogram và thí nghiệm nhiễu.</a:t>
            </a:r>
            <a:endParaRPr/>
          </a:p>
        </p:txBody>
      </p:sp>
      <p:pic>
        <p:nvPicPr>
          <p:cNvPr id="238" name="">
            <a:extLst xmlns:a="http://schemas.openxmlformats.org/drawingml/2006/main">
              <a:ext uri="{FF2B5EF4-FFF2-40B4-BE49-F238E27FC236}">
                <a16:creationId xmlns:a16="http://schemas.microsoft.com/office/drawing/2014/main" id="{C9EEADDA-552C-4C40-99C4-571B0E0D0A64}"/>
              </a:ext>
            </a:extLst>
          </p:cNvPr>
          <p:cNvPicPr>
            <a:picLocks xmlns:a="http://schemas.openxmlformats.org/drawingml/2006/main" noChangeAspect="1"/>
          </p:cNvPicPr>
          <p:nvPr/>
        </p:nvPicPr>
        <p:blipFill>
          <a:blip xmlns:r="http://schemas.openxmlformats.org/officeDocument/2006/relationships" xmlns:a="http://schemas.openxmlformats.org/drawingml/2006/main" r:embed="Rd03c3c2b577f40be"/>
          <a:stretch xmlns:a="http://schemas.openxmlformats.org/drawingml/2006/main"/>
        </p:blipFill>
        <p:spPr>
          <a:xfrm xmlns:a="http://schemas.openxmlformats.org/drawingml/2006/main">
            <a:off x="4639810" y="1143000"/>
            <a:ext cx="2855231" cy="3495675"/>
          </a:xfrm>
          <a:prstGeom xmlns:a="http://schemas.openxmlformats.org/drawingml/2006/main" prst="rect">
            <a:avLst/>
          </a:prstGeom>
        </p:spPr>
      </p:pic>
    </p:spTree>
    <p:extLst>
      <p:ext uri="{BB962C8B-B14F-4D97-AF65-F5344CB8AC3E}">
        <p14:creationId xmlns:p14="http://schemas.microsoft.com/office/powerpoint/2010/main" val="66062732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62" name="Google Shape;262;p37">
            <a:extLst xmlns:a="http://schemas.openxmlformats.org/drawingml/2006/main">
              <a:ext uri="{FF2B5EF4-FFF2-40B4-BE49-F238E27FC236}">
                <a16:creationId xmlns:a16="http://schemas.microsoft.com/office/drawing/2014/main" id="{C69C81FA-9854-4716-8127-BE4F0C62A42F}"/>
              </a:ext>
            </a:extLst>
          </p:cNvPr>
          <p:cNvSpPr>
            <a:spLocks xmlns:a="http://schemas.openxmlformats.org/drawingml/2006/main" noGrp="1"/>
          </p:cNvSpPr>
          <p:nvPr>
            <p:ph type="subTitle" idx="6"/>
          </p:nvPr>
        </p:nvSpPr>
        <p:spPr>
          <a:xfrm xmlns:a="http://schemas.openxmlformats.org/drawingml/2006/main">
            <a:off x="419127" y="2969075"/>
            <a:ext cx="3988200" cy="6771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875" b="0">
                <a:solidFill>
                  <a:srgbClr val="000000"/>
                </a:solidFill>
                <a:latin typeface="Work Sans"/>
                <a:ea typeface="Work Sans"/>
                <a:cs typeface="Work Sans"/>
              </a:defRPr>
            </a:defPPr>
            <a:lvl1pPr algn="l">
              <a:defRPr sz="1875" b="0">
                <a:solidFill>
                  <a:srgbClr val="000000"/>
                </a:solidFill>
                <a:latin typeface="Work Sans"/>
                <a:ea typeface="Work Sans"/>
                <a:cs typeface="Work Sans"/>
              </a:defRPr>
            </a:lvl1pPr>
            <a:lvl2pPr algn="l">
              <a:defRPr sz="1875" b="0">
                <a:solidFill>
                  <a:srgbClr val="000000"/>
                </a:solidFill>
                <a:latin typeface="Work Sans"/>
                <a:ea typeface="Work Sans"/>
                <a:cs typeface="Work Sans"/>
              </a:defRPr>
            </a:lvl2pPr>
            <a:lvl3pPr algn="l">
              <a:defRPr sz="1875" b="0">
                <a:solidFill>
                  <a:srgbClr val="000000"/>
                </a:solidFill>
                <a:latin typeface="Work Sans"/>
                <a:ea typeface="Work Sans"/>
                <a:cs typeface="Work Sans"/>
              </a:defRPr>
            </a:lvl3pPr>
            <a:lvl4pPr algn="l">
              <a:defRPr sz="1875" b="0">
                <a:solidFill>
                  <a:srgbClr val="000000"/>
                </a:solidFill>
                <a:latin typeface="Work Sans"/>
                <a:ea typeface="Work Sans"/>
                <a:cs typeface="Work Sans"/>
              </a:defRPr>
            </a:lvl4pPr>
            <a:lvl5pPr algn="l">
              <a:defRPr sz="1875" b="0">
                <a:solidFill>
                  <a:srgbClr val="000000"/>
                </a:solidFill>
                <a:latin typeface="Work Sans"/>
                <a:ea typeface="Work Sans"/>
                <a:cs typeface="Work Sans"/>
              </a:defRPr>
            </a:lvl5pPr>
            <a:lvl6pPr algn="l">
              <a:defRPr sz="1875" b="0">
                <a:solidFill>
                  <a:srgbClr val="000000"/>
                </a:solidFill>
                <a:latin typeface="Work Sans"/>
                <a:ea typeface="Work Sans"/>
                <a:cs typeface="Work Sans"/>
              </a:defRPr>
            </a:lvl6pPr>
            <a:lvl7pPr algn="l">
              <a:defRPr sz="1875" b="0">
                <a:solidFill>
                  <a:srgbClr val="000000"/>
                </a:solidFill>
                <a:latin typeface="Work Sans"/>
                <a:ea typeface="Work Sans"/>
                <a:cs typeface="Work Sans"/>
              </a:defRPr>
            </a:lvl7pPr>
            <a:lvl8pPr algn="l">
              <a:defRPr sz="1875" b="0">
                <a:solidFill>
                  <a:srgbClr val="000000"/>
                </a:solidFill>
                <a:latin typeface="Work Sans"/>
                <a:ea typeface="Work Sans"/>
                <a:cs typeface="Work Sans"/>
              </a:defRPr>
            </a:lvl8pPr>
            <a:lvl9pPr algn="l">
              <a:defRPr sz="1875"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875" b="0">
                <a:solidFill>
                  <a:srgbClr val="000000"/>
                </a:solidFill>
                <a:latin typeface="Work Sans"/>
                <a:ea typeface="Work Sans"/>
                <a:cs typeface="Work Sans"/>
              </a:defRPr>
            </a:pPr>
            <a:r>
              <a:rPr sz="1875" b="0">
                <a:solidFill>
                  <a:srgbClr val="000000"/>
                </a:solidFill>
                <a:latin typeface="Work Sans"/>
                <a:ea typeface="Work Sans"/>
                <a:cs typeface="Work Sans"/>
              </a:rPr>
              <a:t>ĐÁNH GIÁ TIẾP THEO</a:t>
            </a:r>
            <a:endParaRPr/>
          </a:p>
        </p:txBody>
      </p:sp>
      <p:sp>
        <p:nvSpPr>
          <p:cNvPr id="263" name="Google Shape;263;p37">
            <a:extLst xmlns:a="http://schemas.openxmlformats.org/drawingml/2006/main">
              <a:ext uri="{FF2B5EF4-FFF2-40B4-BE49-F238E27FC236}">
                <a16:creationId xmlns:a16="http://schemas.microsoft.com/office/drawing/2014/main" id="{D6D81A16-839A-4774-A9C4-A5A7C65E4723}"/>
              </a:ext>
            </a:extLst>
          </p:cNvPr>
          <p:cNvSpPr>
            <a:spLocks xmlns:a="http://schemas.openxmlformats.org/drawingml/2006/main" noGrp="1"/>
          </p:cNvSpPr>
          <p:nvPr>
            <p:ph type="title" idx="0"/>
          </p:nvPr>
        </p:nvSpPr>
        <p:spPr>
          <a:xfrm xmlns:a="http://schemas.openxmlformats.org/drawingml/2006/main">
            <a:off x="228600" y="228600"/>
            <a:ext cx="8686800" cy="5727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2550" b="0">
                <a:solidFill>
                  <a:srgbClr val="000000"/>
                </a:solidFill>
                <a:latin typeface="Hubot Sans"/>
                <a:ea typeface="Hubot Sans"/>
                <a:cs typeface="Hubot Sans"/>
              </a:defRPr>
            </a:defPPr>
            <a:lvl1pPr algn="l">
              <a:defRPr sz="2550" b="0">
                <a:solidFill>
                  <a:srgbClr val="000000"/>
                </a:solidFill>
                <a:latin typeface="Hubot Sans"/>
                <a:ea typeface="Hubot Sans"/>
                <a:cs typeface="Hubot Sans"/>
              </a:defRPr>
            </a:lvl1pPr>
            <a:lvl2pPr algn="l">
              <a:defRPr sz="2550" b="0">
                <a:solidFill>
                  <a:srgbClr val="000000"/>
                </a:solidFill>
                <a:latin typeface="Hubot Sans"/>
                <a:ea typeface="Hubot Sans"/>
                <a:cs typeface="Hubot Sans"/>
              </a:defRPr>
            </a:lvl2pPr>
            <a:lvl3pPr algn="l">
              <a:defRPr sz="2550" b="0">
                <a:solidFill>
                  <a:srgbClr val="000000"/>
                </a:solidFill>
                <a:latin typeface="Hubot Sans"/>
                <a:ea typeface="Hubot Sans"/>
                <a:cs typeface="Hubot Sans"/>
              </a:defRPr>
            </a:lvl3pPr>
            <a:lvl4pPr algn="l">
              <a:defRPr sz="2550" b="0">
                <a:solidFill>
                  <a:srgbClr val="000000"/>
                </a:solidFill>
                <a:latin typeface="Hubot Sans"/>
                <a:ea typeface="Hubot Sans"/>
                <a:cs typeface="Hubot Sans"/>
              </a:defRPr>
            </a:lvl4pPr>
            <a:lvl5pPr algn="l">
              <a:defRPr sz="2550" b="0">
                <a:solidFill>
                  <a:srgbClr val="000000"/>
                </a:solidFill>
                <a:latin typeface="Hubot Sans"/>
                <a:ea typeface="Hubot Sans"/>
                <a:cs typeface="Hubot Sans"/>
              </a:defRPr>
            </a:lvl5pPr>
            <a:lvl6pPr algn="l">
              <a:defRPr sz="2550" b="0">
                <a:solidFill>
                  <a:srgbClr val="000000"/>
                </a:solidFill>
                <a:latin typeface="Hubot Sans"/>
                <a:ea typeface="Hubot Sans"/>
                <a:cs typeface="Hubot Sans"/>
              </a:defRPr>
            </a:lvl6pPr>
            <a:lvl7pPr algn="l">
              <a:defRPr sz="2550" b="0">
                <a:solidFill>
                  <a:srgbClr val="000000"/>
                </a:solidFill>
                <a:latin typeface="Hubot Sans"/>
                <a:ea typeface="Hubot Sans"/>
                <a:cs typeface="Hubot Sans"/>
              </a:defRPr>
            </a:lvl7pPr>
            <a:lvl8pPr algn="l">
              <a:defRPr sz="2550" b="0">
                <a:solidFill>
                  <a:srgbClr val="000000"/>
                </a:solidFill>
                <a:latin typeface="Hubot Sans"/>
                <a:ea typeface="Hubot Sans"/>
                <a:cs typeface="Hubot Sans"/>
              </a:defRPr>
            </a:lvl8pPr>
            <a:lvl9pPr algn="l">
              <a:defRPr sz="2550" b="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2550" b="0">
                <a:solidFill>
                  <a:srgbClr val="000000"/>
                </a:solidFill>
                <a:latin typeface="Hubot Sans"/>
                <a:ea typeface="Hubot Sans"/>
                <a:cs typeface="Hubot Sans"/>
              </a:defRPr>
            </a:pPr>
            <a:r>
              <a:rPr sz="2550" b="0">
                <a:solidFill>
                  <a:srgbClr val="000000"/>
                </a:solidFill>
                <a:latin typeface="Hubot Sans"/>
                <a:ea typeface="Hubot Sans"/>
                <a:cs typeface="Hubot Sans"/>
              </a:rPr>
              <a:t>GIỚI HẠN VÀ HƯỚNG TIẾP</a:t>
            </a:r>
            <a:endParaRPr/>
          </a:p>
        </p:txBody>
      </p:sp>
      <p:sp>
        <p:nvSpPr>
          <p:cNvPr id="264" name="Google Shape;264;p37">
            <a:extLst xmlns:a="http://schemas.openxmlformats.org/drawingml/2006/main">
              <a:ext uri="{FF2B5EF4-FFF2-40B4-BE49-F238E27FC236}">
                <a16:creationId xmlns:a16="http://schemas.microsoft.com/office/drawing/2014/main" id="{9DEBAF70-907C-48F1-923E-43FBBACE4243}"/>
              </a:ext>
            </a:extLst>
          </p:cNvPr>
          <p:cNvSpPr>
            <a:spLocks xmlns:a="http://schemas.openxmlformats.org/drawingml/2006/main" noGrp="1"/>
          </p:cNvSpPr>
          <p:nvPr>
            <p:ph type="subTitle" idx="1"/>
          </p:nvPr>
        </p:nvSpPr>
        <p:spPr>
          <a:xfrm xmlns:a="http://schemas.openxmlformats.org/drawingml/2006/main">
            <a:off x="419126" y="1800938"/>
            <a:ext cx="3988200" cy="9234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8 ảnh tĩnh, chưa có nhãn tâm chuẩn.</a:t>
            </a:r>
            <a:endParaRPr/>
          </a:p>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Chưa kiểm thử camera trực tiếp.</a:t>
            </a:r>
            <a:endParaRPr/>
          </a:p>
        </p:txBody>
      </p:sp>
      <p:sp>
        <p:nvSpPr>
          <p:cNvPr id="265" name="Google Shape;265;p37">
            <a:extLst xmlns:a="http://schemas.openxmlformats.org/drawingml/2006/main">
              <a:ext uri="{FF2B5EF4-FFF2-40B4-BE49-F238E27FC236}">
                <a16:creationId xmlns:a16="http://schemas.microsoft.com/office/drawing/2014/main" id="{6777E44B-92CA-4ADD-94EC-F7B2200920E6}"/>
              </a:ext>
            </a:extLst>
          </p:cNvPr>
          <p:cNvSpPr>
            <a:spLocks xmlns:a="http://schemas.openxmlformats.org/drawingml/2006/main" noGrp="1"/>
          </p:cNvSpPr>
          <p:nvPr>
            <p:ph type="subTitle" idx="2"/>
          </p:nvPr>
        </p:nvSpPr>
        <p:spPr>
          <a:xfrm xmlns:a="http://schemas.openxmlformats.org/drawingml/2006/main">
            <a:off x="4736674" y="1800938"/>
            <a:ext cx="3988200" cy="9234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Phản xạ, mí mắt và lông mi làm sai biên.</a:t>
            </a:r>
            <a:endParaRPr/>
          </a:p>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ROI cố định cần vị trí mắt ổn định.</a:t>
            </a:r>
            <a:endParaRPr/>
          </a:p>
        </p:txBody>
      </p:sp>
      <p:sp>
        <p:nvSpPr>
          <p:cNvPr id="266" name="Google Shape;266;p37">
            <a:extLst xmlns:a="http://schemas.openxmlformats.org/drawingml/2006/main">
              <a:ext uri="{FF2B5EF4-FFF2-40B4-BE49-F238E27FC236}">
                <a16:creationId xmlns:a16="http://schemas.microsoft.com/office/drawing/2014/main" id="{D93479FE-5DD7-49E8-99B2-9BDBB40C5707}"/>
              </a:ext>
            </a:extLst>
          </p:cNvPr>
          <p:cNvSpPr>
            <a:spLocks xmlns:a="http://schemas.openxmlformats.org/drawingml/2006/main" noGrp="1"/>
          </p:cNvSpPr>
          <p:nvPr>
            <p:ph type="subTitle" idx="3"/>
          </p:nvPr>
        </p:nvSpPr>
        <p:spPr>
          <a:xfrm xmlns:a="http://schemas.openxmlformats.org/drawingml/2006/main">
            <a:off x="419126" y="3569962"/>
            <a:ext cx="3988200" cy="9234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Bổ sung ảnh có nhãn.</a:t>
            </a:r>
            <a:endParaRPr/>
          </a:p>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Đánh giá độc lập và kiểm thử video liên tục.</a:t>
            </a:r>
            <a:endParaRPr/>
          </a:p>
        </p:txBody>
      </p:sp>
      <p:sp>
        <p:nvSpPr>
          <p:cNvPr id="267" name="Google Shape;267;p37">
            <a:extLst xmlns:a="http://schemas.openxmlformats.org/drawingml/2006/main">
              <a:ext uri="{FF2B5EF4-FFF2-40B4-BE49-F238E27FC236}">
                <a16:creationId xmlns:a16="http://schemas.microsoft.com/office/drawing/2014/main" id="{27ECC2AB-CF5E-41AA-8737-1520351DEFF0}"/>
              </a:ext>
            </a:extLst>
          </p:cNvPr>
          <p:cNvSpPr>
            <a:spLocks xmlns:a="http://schemas.openxmlformats.org/drawingml/2006/main" noGrp="1"/>
          </p:cNvSpPr>
          <p:nvPr>
            <p:ph type="subTitle" idx="4"/>
          </p:nvPr>
        </p:nvSpPr>
        <p:spPr>
          <a:xfrm xmlns:a="http://schemas.openxmlformats.org/drawingml/2006/main">
            <a:off x="4736674" y="3569962"/>
            <a:ext cx="3988200" cy="9234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Hiệu chuẩn điểm nhìn.</a:t>
            </a:r>
            <a:endParaRPr/>
          </a:p>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Kiểm tra độ ổn định trước khi điều khiển thiết bị.</a:t>
            </a:r>
            <a:endParaRPr/>
          </a:p>
        </p:txBody>
      </p:sp>
      <p:sp>
        <p:nvSpPr>
          <p:cNvPr id="268" name="Google Shape;268;p37">
            <a:extLst xmlns:a="http://schemas.openxmlformats.org/drawingml/2006/main">
              <a:ext uri="{FF2B5EF4-FFF2-40B4-BE49-F238E27FC236}">
                <a16:creationId xmlns:a16="http://schemas.microsoft.com/office/drawing/2014/main" id="{617E3844-4945-467A-9C42-5060755FADCB}"/>
              </a:ext>
            </a:extLst>
          </p:cNvPr>
          <p:cNvSpPr>
            <a:spLocks xmlns:a="http://schemas.openxmlformats.org/drawingml/2006/main" noGrp="1"/>
          </p:cNvSpPr>
          <p:nvPr>
            <p:ph type="subTitle" idx="5"/>
          </p:nvPr>
        </p:nvSpPr>
        <p:spPr>
          <a:xfrm xmlns:a="http://schemas.openxmlformats.org/drawingml/2006/main">
            <a:off x="419127" y="1200038"/>
            <a:ext cx="3988200" cy="6771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875" b="0">
                <a:solidFill>
                  <a:srgbClr val="000000"/>
                </a:solidFill>
                <a:latin typeface="Work Sans"/>
                <a:ea typeface="Work Sans"/>
                <a:cs typeface="Work Sans"/>
              </a:defRPr>
            </a:defPPr>
            <a:lvl1pPr algn="l">
              <a:defRPr sz="1875" b="0">
                <a:solidFill>
                  <a:srgbClr val="000000"/>
                </a:solidFill>
                <a:latin typeface="Work Sans"/>
                <a:ea typeface="Work Sans"/>
                <a:cs typeface="Work Sans"/>
              </a:defRPr>
            </a:lvl1pPr>
            <a:lvl2pPr algn="l">
              <a:defRPr sz="1875" b="0">
                <a:solidFill>
                  <a:srgbClr val="000000"/>
                </a:solidFill>
                <a:latin typeface="Work Sans"/>
                <a:ea typeface="Work Sans"/>
                <a:cs typeface="Work Sans"/>
              </a:defRPr>
            </a:lvl2pPr>
            <a:lvl3pPr algn="l">
              <a:defRPr sz="1875" b="0">
                <a:solidFill>
                  <a:srgbClr val="000000"/>
                </a:solidFill>
                <a:latin typeface="Work Sans"/>
                <a:ea typeface="Work Sans"/>
                <a:cs typeface="Work Sans"/>
              </a:defRPr>
            </a:lvl3pPr>
            <a:lvl4pPr algn="l">
              <a:defRPr sz="1875" b="0">
                <a:solidFill>
                  <a:srgbClr val="000000"/>
                </a:solidFill>
                <a:latin typeface="Work Sans"/>
                <a:ea typeface="Work Sans"/>
                <a:cs typeface="Work Sans"/>
              </a:defRPr>
            </a:lvl4pPr>
            <a:lvl5pPr algn="l">
              <a:defRPr sz="1875" b="0">
                <a:solidFill>
                  <a:srgbClr val="000000"/>
                </a:solidFill>
                <a:latin typeface="Work Sans"/>
                <a:ea typeface="Work Sans"/>
                <a:cs typeface="Work Sans"/>
              </a:defRPr>
            </a:lvl5pPr>
            <a:lvl6pPr algn="l">
              <a:defRPr sz="1875" b="0">
                <a:solidFill>
                  <a:srgbClr val="000000"/>
                </a:solidFill>
                <a:latin typeface="Work Sans"/>
                <a:ea typeface="Work Sans"/>
                <a:cs typeface="Work Sans"/>
              </a:defRPr>
            </a:lvl6pPr>
            <a:lvl7pPr algn="l">
              <a:defRPr sz="1875" b="0">
                <a:solidFill>
                  <a:srgbClr val="000000"/>
                </a:solidFill>
                <a:latin typeface="Work Sans"/>
                <a:ea typeface="Work Sans"/>
                <a:cs typeface="Work Sans"/>
              </a:defRPr>
            </a:lvl7pPr>
            <a:lvl8pPr algn="l">
              <a:defRPr sz="1875" b="0">
                <a:solidFill>
                  <a:srgbClr val="000000"/>
                </a:solidFill>
                <a:latin typeface="Work Sans"/>
                <a:ea typeface="Work Sans"/>
                <a:cs typeface="Work Sans"/>
              </a:defRPr>
            </a:lvl8pPr>
            <a:lvl9pPr algn="l">
              <a:defRPr sz="1875"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875" b="0">
                <a:solidFill>
                  <a:srgbClr val="000000"/>
                </a:solidFill>
                <a:latin typeface="Work Sans"/>
                <a:ea typeface="Work Sans"/>
                <a:cs typeface="Work Sans"/>
              </a:defRPr>
            </a:pPr>
            <a:r>
              <a:rPr sz="1875" b="0">
                <a:solidFill>
                  <a:srgbClr val="000000"/>
                </a:solidFill>
                <a:latin typeface="Work Sans"/>
                <a:ea typeface="Work Sans"/>
                <a:cs typeface="Work Sans"/>
              </a:rPr>
              <a:t>DỮ LIỆU HIỆN TẠI</a:t>
            </a:r>
            <a:endParaRPr/>
          </a:p>
        </p:txBody>
      </p:sp>
      <p:sp>
        <p:nvSpPr>
          <p:cNvPr id="269" name="Google Shape;269;p37">
            <a:extLst xmlns:a="http://schemas.openxmlformats.org/drawingml/2006/main">
              <a:ext uri="{FF2B5EF4-FFF2-40B4-BE49-F238E27FC236}">
                <a16:creationId xmlns:a16="http://schemas.microsoft.com/office/drawing/2014/main" id="{2E1CD046-01F2-452F-8082-18EF2AB1B5EA}"/>
              </a:ext>
            </a:extLst>
          </p:cNvPr>
          <p:cNvSpPr>
            <a:spLocks xmlns:a="http://schemas.openxmlformats.org/drawingml/2006/main" noGrp="1"/>
          </p:cNvSpPr>
          <p:nvPr>
            <p:ph type="subTitle" idx="7"/>
          </p:nvPr>
        </p:nvSpPr>
        <p:spPr>
          <a:xfrm xmlns:a="http://schemas.openxmlformats.org/drawingml/2006/main">
            <a:off x="4736647" y="1200038"/>
            <a:ext cx="3988200" cy="6771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875" b="0">
                <a:solidFill>
                  <a:srgbClr val="000000"/>
                </a:solidFill>
                <a:latin typeface="Work Sans"/>
                <a:ea typeface="Work Sans"/>
                <a:cs typeface="Work Sans"/>
              </a:defRPr>
            </a:defPPr>
            <a:lvl1pPr algn="l">
              <a:defRPr sz="1875" b="0">
                <a:solidFill>
                  <a:srgbClr val="000000"/>
                </a:solidFill>
                <a:latin typeface="Work Sans"/>
                <a:ea typeface="Work Sans"/>
                <a:cs typeface="Work Sans"/>
              </a:defRPr>
            </a:lvl1pPr>
            <a:lvl2pPr algn="l">
              <a:defRPr sz="1875" b="0">
                <a:solidFill>
                  <a:srgbClr val="000000"/>
                </a:solidFill>
                <a:latin typeface="Work Sans"/>
                <a:ea typeface="Work Sans"/>
                <a:cs typeface="Work Sans"/>
              </a:defRPr>
            </a:lvl2pPr>
            <a:lvl3pPr algn="l">
              <a:defRPr sz="1875" b="0">
                <a:solidFill>
                  <a:srgbClr val="000000"/>
                </a:solidFill>
                <a:latin typeface="Work Sans"/>
                <a:ea typeface="Work Sans"/>
                <a:cs typeface="Work Sans"/>
              </a:defRPr>
            </a:lvl3pPr>
            <a:lvl4pPr algn="l">
              <a:defRPr sz="1875" b="0">
                <a:solidFill>
                  <a:srgbClr val="000000"/>
                </a:solidFill>
                <a:latin typeface="Work Sans"/>
                <a:ea typeface="Work Sans"/>
                <a:cs typeface="Work Sans"/>
              </a:defRPr>
            </a:lvl4pPr>
            <a:lvl5pPr algn="l">
              <a:defRPr sz="1875" b="0">
                <a:solidFill>
                  <a:srgbClr val="000000"/>
                </a:solidFill>
                <a:latin typeface="Work Sans"/>
                <a:ea typeface="Work Sans"/>
                <a:cs typeface="Work Sans"/>
              </a:defRPr>
            </a:lvl5pPr>
            <a:lvl6pPr algn="l">
              <a:defRPr sz="1875" b="0">
                <a:solidFill>
                  <a:srgbClr val="000000"/>
                </a:solidFill>
                <a:latin typeface="Work Sans"/>
                <a:ea typeface="Work Sans"/>
                <a:cs typeface="Work Sans"/>
              </a:defRPr>
            </a:lvl6pPr>
            <a:lvl7pPr algn="l">
              <a:defRPr sz="1875" b="0">
                <a:solidFill>
                  <a:srgbClr val="000000"/>
                </a:solidFill>
                <a:latin typeface="Work Sans"/>
                <a:ea typeface="Work Sans"/>
                <a:cs typeface="Work Sans"/>
              </a:defRPr>
            </a:lvl7pPr>
            <a:lvl8pPr algn="l">
              <a:defRPr sz="1875" b="0">
                <a:solidFill>
                  <a:srgbClr val="000000"/>
                </a:solidFill>
                <a:latin typeface="Work Sans"/>
                <a:ea typeface="Work Sans"/>
                <a:cs typeface="Work Sans"/>
              </a:defRPr>
            </a:lvl8pPr>
            <a:lvl9pPr algn="l">
              <a:defRPr sz="1875"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875" b="0">
                <a:solidFill>
                  <a:srgbClr val="000000"/>
                </a:solidFill>
                <a:latin typeface="Work Sans"/>
                <a:ea typeface="Work Sans"/>
                <a:cs typeface="Work Sans"/>
              </a:defRPr>
            </a:pPr>
            <a:r>
              <a:rPr sz="1875" b="0">
                <a:solidFill>
                  <a:srgbClr val="000000"/>
                </a:solidFill>
                <a:latin typeface="Work Sans"/>
                <a:ea typeface="Work Sans"/>
                <a:cs typeface="Work Sans"/>
              </a:rPr>
              <a:t>ĐIỀU KIỆN KHÓ</a:t>
            </a:r>
            <a:endParaRPr/>
          </a:p>
        </p:txBody>
      </p:sp>
      <p:sp>
        <p:nvSpPr>
          <p:cNvPr id="270" name="Google Shape;270;p37">
            <a:extLst xmlns:a="http://schemas.openxmlformats.org/drawingml/2006/main">
              <a:ext uri="{FF2B5EF4-FFF2-40B4-BE49-F238E27FC236}">
                <a16:creationId xmlns:a16="http://schemas.microsoft.com/office/drawing/2014/main" id="{1EFEF17B-199B-4AF7-B56B-B529139B186C}"/>
              </a:ext>
            </a:extLst>
          </p:cNvPr>
          <p:cNvSpPr>
            <a:spLocks xmlns:a="http://schemas.openxmlformats.org/drawingml/2006/main" noGrp="1"/>
          </p:cNvSpPr>
          <p:nvPr>
            <p:ph type="subTitle" idx="8"/>
          </p:nvPr>
        </p:nvSpPr>
        <p:spPr>
          <a:xfrm xmlns:a="http://schemas.openxmlformats.org/drawingml/2006/main">
            <a:off x="4736647" y="2969075"/>
            <a:ext cx="3988200" cy="6771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875" b="0">
                <a:solidFill>
                  <a:srgbClr val="000000"/>
                </a:solidFill>
                <a:latin typeface="Work Sans"/>
                <a:ea typeface="Work Sans"/>
                <a:cs typeface="Work Sans"/>
              </a:defRPr>
            </a:defPPr>
            <a:lvl1pPr algn="l">
              <a:defRPr sz="1875" b="0">
                <a:solidFill>
                  <a:srgbClr val="000000"/>
                </a:solidFill>
                <a:latin typeface="Work Sans"/>
                <a:ea typeface="Work Sans"/>
                <a:cs typeface="Work Sans"/>
              </a:defRPr>
            </a:lvl1pPr>
            <a:lvl2pPr algn="l">
              <a:defRPr sz="1875" b="0">
                <a:solidFill>
                  <a:srgbClr val="000000"/>
                </a:solidFill>
                <a:latin typeface="Work Sans"/>
                <a:ea typeface="Work Sans"/>
                <a:cs typeface="Work Sans"/>
              </a:defRPr>
            </a:lvl2pPr>
            <a:lvl3pPr algn="l">
              <a:defRPr sz="1875" b="0">
                <a:solidFill>
                  <a:srgbClr val="000000"/>
                </a:solidFill>
                <a:latin typeface="Work Sans"/>
                <a:ea typeface="Work Sans"/>
                <a:cs typeface="Work Sans"/>
              </a:defRPr>
            </a:lvl3pPr>
            <a:lvl4pPr algn="l">
              <a:defRPr sz="1875" b="0">
                <a:solidFill>
                  <a:srgbClr val="000000"/>
                </a:solidFill>
                <a:latin typeface="Work Sans"/>
                <a:ea typeface="Work Sans"/>
                <a:cs typeface="Work Sans"/>
              </a:defRPr>
            </a:lvl4pPr>
            <a:lvl5pPr algn="l">
              <a:defRPr sz="1875" b="0">
                <a:solidFill>
                  <a:srgbClr val="000000"/>
                </a:solidFill>
                <a:latin typeface="Work Sans"/>
                <a:ea typeface="Work Sans"/>
                <a:cs typeface="Work Sans"/>
              </a:defRPr>
            </a:lvl5pPr>
            <a:lvl6pPr algn="l">
              <a:defRPr sz="1875" b="0">
                <a:solidFill>
                  <a:srgbClr val="000000"/>
                </a:solidFill>
                <a:latin typeface="Work Sans"/>
                <a:ea typeface="Work Sans"/>
                <a:cs typeface="Work Sans"/>
              </a:defRPr>
            </a:lvl6pPr>
            <a:lvl7pPr algn="l">
              <a:defRPr sz="1875" b="0">
                <a:solidFill>
                  <a:srgbClr val="000000"/>
                </a:solidFill>
                <a:latin typeface="Work Sans"/>
                <a:ea typeface="Work Sans"/>
                <a:cs typeface="Work Sans"/>
              </a:defRPr>
            </a:lvl7pPr>
            <a:lvl8pPr algn="l">
              <a:defRPr sz="1875" b="0">
                <a:solidFill>
                  <a:srgbClr val="000000"/>
                </a:solidFill>
                <a:latin typeface="Work Sans"/>
                <a:ea typeface="Work Sans"/>
                <a:cs typeface="Work Sans"/>
              </a:defRPr>
            </a:lvl8pPr>
            <a:lvl9pPr algn="l">
              <a:defRPr sz="1875"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875" b="0">
                <a:solidFill>
                  <a:srgbClr val="000000"/>
                </a:solidFill>
                <a:latin typeface="Work Sans"/>
                <a:ea typeface="Work Sans"/>
                <a:cs typeface="Work Sans"/>
              </a:defRPr>
            </a:pPr>
            <a:r>
              <a:rPr sz="1875" b="0">
                <a:solidFill>
                  <a:srgbClr val="000000"/>
                </a:solidFill>
                <a:latin typeface="Work Sans"/>
                <a:ea typeface="Work Sans"/>
                <a:cs typeface="Work Sans"/>
              </a:rPr>
              <a:t>ỨNG DỤNG EYE TRACKING</a:t>
            </a:r>
            <a:endParaRPr/>
          </a:p>
        </p:txBody>
      </p:sp>
    </p:spTree>
    <p:extLst>
      <p:ext uri="{BB962C8B-B14F-4D97-AF65-F5344CB8AC3E}">
        <p14:creationId xmlns:p14="http://schemas.microsoft.com/office/powerpoint/2010/main" val="182016851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33" name="Google Shape;333;p42">
            <a:extLst xmlns:a="http://schemas.openxmlformats.org/drawingml/2006/main">
              <a:ext uri="{FF2B5EF4-FFF2-40B4-BE49-F238E27FC236}">
                <a16:creationId xmlns:a16="http://schemas.microsoft.com/office/drawing/2014/main" id="{EA27E47C-2B41-4177-BA58-27BCCEB288C4}"/>
              </a:ext>
            </a:extLst>
          </p:cNvPr>
          <p:cNvSpPr>
            <a:spLocks xmlns:a="http://schemas.openxmlformats.org/drawingml/2006/main" noGrp="1"/>
          </p:cNvSpPr>
          <p:nvPr>
            <p:ph type="title" idx="0"/>
          </p:nvPr>
        </p:nvSpPr>
        <p:spPr>
          <a:xfrm xmlns:a="http://schemas.openxmlformats.org/drawingml/2006/main">
            <a:off x="228657" y="2672375"/>
            <a:ext cx="6191250" cy="11082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5400" b="0">
                <a:solidFill>
                  <a:srgbClr val="000000"/>
                </a:solidFill>
                <a:latin typeface="Hubot Sans"/>
                <a:ea typeface="Hubot Sans"/>
                <a:cs typeface="Hubot Sans"/>
              </a:defRPr>
            </a:defPPr>
            <a:lvl1pPr algn="l">
              <a:defRPr sz="5400" b="0">
                <a:solidFill>
                  <a:srgbClr val="000000"/>
                </a:solidFill>
                <a:latin typeface="Hubot Sans"/>
                <a:ea typeface="Hubot Sans"/>
                <a:cs typeface="Hubot Sans"/>
              </a:defRPr>
            </a:lvl1pPr>
            <a:lvl2pPr algn="l">
              <a:defRPr sz="5400" b="0">
                <a:solidFill>
                  <a:srgbClr val="000000"/>
                </a:solidFill>
                <a:latin typeface="Hubot Sans"/>
                <a:ea typeface="Hubot Sans"/>
                <a:cs typeface="Hubot Sans"/>
              </a:defRPr>
            </a:lvl2pPr>
            <a:lvl3pPr algn="l">
              <a:defRPr sz="5400" b="0">
                <a:solidFill>
                  <a:srgbClr val="000000"/>
                </a:solidFill>
                <a:latin typeface="Hubot Sans"/>
                <a:ea typeface="Hubot Sans"/>
                <a:cs typeface="Hubot Sans"/>
              </a:defRPr>
            </a:lvl3pPr>
            <a:lvl4pPr algn="l">
              <a:defRPr sz="5400" b="0">
                <a:solidFill>
                  <a:srgbClr val="000000"/>
                </a:solidFill>
                <a:latin typeface="Hubot Sans"/>
                <a:ea typeface="Hubot Sans"/>
                <a:cs typeface="Hubot Sans"/>
              </a:defRPr>
            </a:lvl4pPr>
            <a:lvl5pPr algn="l">
              <a:defRPr sz="5400" b="0">
                <a:solidFill>
                  <a:srgbClr val="000000"/>
                </a:solidFill>
                <a:latin typeface="Hubot Sans"/>
                <a:ea typeface="Hubot Sans"/>
                <a:cs typeface="Hubot Sans"/>
              </a:defRPr>
            </a:lvl5pPr>
            <a:lvl6pPr algn="l">
              <a:defRPr sz="5400" b="0">
                <a:solidFill>
                  <a:srgbClr val="000000"/>
                </a:solidFill>
                <a:latin typeface="Hubot Sans"/>
                <a:ea typeface="Hubot Sans"/>
                <a:cs typeface="Hubot Sans"/>
              </a:defRPr>
            </a:lvl6pPr>
            <a:lvl7pPr algn="l">
              <a:defRPr sz="5400" b="0">
                <a:solidFill>
                  <a:srgbClr val="000000"/>
                </a:solidFill>
                <a:latin typeface="Hubot Sans"/>
                <a:ea typeface="Hubot Sans"/>
                <a:cs typeface="Hubot Sans"/>
              </a:defRPr>
            </a:lvl7pPr>
            <a:lvl8pPr algn="l">
              <a:defRPr sz="5400" b="0">
                <a:solidFill>
                  <a:srgbClr val="000000"/>
                </a:solidFill>
                <a:latin typeface="Hubot Sans"/>
                <a:ea typeface="Hubot Sans"/>
                <a:cs typeface="Hubot Sans"/>
              </a:defRPr>
            </a:lvl8pPr>
            <a:lvl9pPr algn="l">
              <a:defRPr sz="5400" b="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5400" b="0">
                <a:solidFill>
                  <a:srgbClr val="000000"/>
                </a:solidFill>
                <a:latin typeface="Hubot Sans"/>
                <a:ea typeface="Hubot Sans"/>
                <a:cs typeface="Hubot Sans"/>
              </a:defRPr>
            </a:pPr>
            <a:r>
              <a:rPr sz="5400" b="0">
                <a:solidFill>
                  <a:srgbClr val="000000"/>
                </a:solidFill>
                <a:latin typeface="Hubot Sans"/>
                <a:ea typeface="Hubot Sans"/>
                <a:cs typeface="Hubot Sans"/>
              </a:rPr>
              <a:t>CẢM ƠN!</a:t>
            </a:r>
            <a:endParaRPr/>
          </a:p>
        </p:txBody>
      </p:sp>
      <p:sp>
        <p:nvSpPr>
          <p:cNvPr id="334" name="Google Shape;334;p42">
            <a:extLst xmlns:a="http://schemas.openxmlformats.org/drawingml/2006/main">
              <a:ext uri="{FF2B5EF4-FFF2-40B4-BE49-F238E27FC236}">
                <a16:creationId xmlns:a16="http://schemas.microsoft.com/office/drawing/2014/main" id="{FE5513D1-5528-46F0-991E-9CA348ADA3AE}"/>
              </a:ext>
            </a:extLst>
          </p:cNvPr>
          <p:cNvSpPr>
            <a:spLocks xmlns:a="http://schemas.openxmlformats.org/drawingml/2006/main" noGrp="1"/>
          </p:cNvSpPr>
          <p:nvPr>
            <p:ph type="subTitle" idx="1"/>
          </p:nvPr>
        </p:nvSpPr>
        <p:spPr>
          <a:xfrm xmlns:a="http://schemas.openxmlformats.org/drawingml/2006/main">
            <a:off x="228600" y="3704381"/>
            <a:ext cx="4928400" cy="9525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2100" b="0">
                <a:solidFill>
                  <a:srgbClr val="000000"/>
                </a:solidFill>
                <a:latin typeface="Work Sans"/>
                <a:ea typeface="Work Sans"/>
                <a:cs typeface="Work Sans"/>
              </a:defRPr>
            </a:defPPr>
            <a:lvl1pPr algn="l">
              <a:defRPr sz="2100" b="0">
                <a:solidFill>
                  <a:srgbClr val="000000"/>
                </a:solidFill>
                <a:latin typeface="Work Sans"/>
                <a:ea typeface="Work Sans"/>
                <a:cs typeface="Work Sans"/>
              </a:defRPr>
            </a:lvl1pPr>
            <a:lvl2pPr algn="l">
              <a:defRPr sz="2100" b="0">
                <a:solidFill>
                  <a:srgbClr val="000000"/>
                </a:solidFill>
                <a:latin typeface="Work Sans"/>
                <a:ea typeface="Work Sans"/>
                <a:cs typeface="Work Sans"/>
              </a:defRPr>
            </a:lvl2pPr>
            <a:lvl3pPr algn="l">
              <a:defRPr sz="2100" b="0">
                <a:solidFill>
                  <a:srgbClr val="000000"/>
                </a:solidFill>
                <a:latin typeface="Work Sans"/>
                <a:ea typeface="Work Sans"/>
                <a:cs typeface="Work Sans"/>
              </a:defRPr>
            </a:lvl3pPr>
            <a:lvl4pPr algn="l">
              <a:defRPr sz="2100" b="0">
                <a:solidFill>
                  <a:srgbClr val="000000"/>
                </a:solidFill>
                <a:latin typeface="Work Sans"/>
                <a:ea typeface="Work Sans"/>
                <a:cs typeface="Work Sans"/>
              </a:defRPr>
            </a:lvl4pPr>
            <a:lvl5pPr algn="l">
              <a:defRPr sz="2100" b="0">
                <a:solidFill>
                  <a:srgbClr val="000000"/>
                </a:solidFill>
                <a:latin typeface="Work Sans"/>
                <a:ea typeface="Work Sans"/>
                <a:cs typeface="Work Sans"/>
              </a:defRPr>
            </a:lvl5pPr>
            <a:lvl6pPr algn="l">
              <a:defRPr sz="2100" b="0">
                <a:solidFill>
                  <a:srgbClr val="000000"/>
                </a:solidFill>
                <a:latin typeface="Work Sans"/>
                <a:ea typeface="Work Sans"/>
                <a:cs typeface="Work Sans"/>
              </a:defRPr>
            </a:lvl6pPr>
            <a:lvl7pPr algn="l">
              <a:defRPr sz="2100" b="0">
                <a:solidFill>
                  <a:srgbClr val="000000"/>
                </a:solidFill>
                <a:latin typeface="Work Sans"/>
                <a:ea typeface="Work Sans"/>
                <a:cs typeface="Work Sans"/>
              </a:defRPr>
            </a:lvl7pPr>
            <a:lvl8pPr algn="l">
              <a:defRPr sz="2100" b="0">
                <a:solidFill>
                  <a:srgbClr val="000000"/>
                </a:solidFill>
                <a:latin typeface="Work Sans"/>
                <a:ea typeface="Work Sans"/>
                <a:cs typeface="Work Sans"/>
              </a:defRPr>
            </a:lvl8pPr>
            <a:lvl9pPr algn="l">
              <a:defRPr sz="210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2100" b="0">
                <a:solidFill>
                  <a:srgbClr val="000000"/>
                </a:solidFill>
                <a:latin typeface="Work Sans"/>
                <a:ea typeface="Work Sans"/>
                <a:cs typeface="Work Sans"/>
              </a:defRPr>
            </a:pPr>
            <a:r>
              <a:rPr sz="2100" b="0">
                <a:solidFill>
                  <a:srgbClr val="000000"/>
                </a:solidFill>
                <a:latin typeface="Work Sans"/>
                <a:ea typeface="Work Sans"/>
                <a:cs typeface="Work Sans"/>
              </a:rPr>
              <a:t>Trao đổi và câu hỏi</a:t>
            </a:r>
            <a:endParaRPr b="1"/>
          </a:p>
        </p:txBody>
      </p:sp>
      <p:sp>
        <p:nvSpPr>
          <p:cNvPr id="335" name="Google Shape;335;p42">
            <a:extLst xmlns:a="http://schemas.openxmlformats.org/drawingml/2006/main">
              <a:ext uri="{FF2B5EF4-FFF2-40B4-BE49-F238E27FC236}">
                <a16:creationId xmlns:a16="http://schemas.microsoft.com/office/drawing/2014/main" id="{3845524C-F11E-4D9A-9832-DB6BF3203623}"/>
              </a:ext>
            </a:extLst>
          </p:cNvPr>
          <p:cNvSpPr>
            <a:spLocks xmlns:a="http://schemas.openxmlformats.org/drawingml/2006/main" noGrp="1"/>
          </p:cNvSpPr>
          <p:nvPr/>
        </p:nvSpPr>
        <p:spPr>
          <a:xfrm xmlns:a="http://schemas.openxmlformats.org/drawingml/2006/main">
            <a:off x="6428975" y="1326019"/>
            <a:ext cx="2427300" cy="15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lvl="0" indent="0" algn="l">
              <a:spcBef>
                <a:spcPts val="0"/>
              </a:spcBef>
              <a:spcAft>
                <a:spcPts val="0"/>
              </a:spcAft>
              <a:buNone/>
            </a:pPr>
            <a:r>
              <a:rPr sz="1000">
                <a:solidFill>
                  <a:schemeClr val="dk1"/>
                </a:solidFill>
                <a:latin typeface="Work Sans"/>
                <a:ea typeface="Work Sans"/>
                <a:cs typeface="Work Sans"/>
              </a:rPr>
              <a:t>Please keep this slide for attribution</a:t>
            </a:r>
            <a:endParaRPr sz="1000">
              <a:solidFill>
                <a:schemeClr val="dk1"/>
              </a:solidFill>
              <a:latin typeface="Work Sans"/>
              <a:ea typeface="Work Sans"/>
              <a:cs typeface="Work Sans"/>
            </a:endParaRPr>
          </a:p>
        </p:txBody>
      </p:sp>
      <p:sp>
        <p:nvSpPr>
          <p:cNvPr id="337" name="Google Shape;337;p42">
            <a:extLst xmlns:a="http://schemas.openxmlformats.org/drawingml/2006/main">
              <a:ext uri="{FF2B5EF4-FFF2-40B4-BE49-F238E27FC236}">
                <a16:creationId xmlns:a16="http://schemas.microsoft.com/office/drawing/2014/main" id="{D823768C-C542-4ACA-A918-C561F8E1FA4D}"/>
              </a:ext>
            </a:extLst>
          </p:cNvPr>
          <p:cNvSpPr>
            <a:spLocks xmlns:a="http://schemas.openxmlformats.org/drawingml/2006/main" noGrp="1"/>
          </p:cNvSpPr>
          <p:nvPr/>
        </p:nvSpPr>
        <p:spPr>
          <a:xfrm xmlns:a="http://schemas.openxmlformats.org/drawingml/2006/main" rot="0" flipH="0" flipV="0">
            <a:off x="304839" y="697809"/>
            <a:ext cx="365261" cy="365664"/>
          </a:xfrm>
          <a:custGeom xmlns:a="http://schemas.openxmlformats.org/drawingml/2006/main">
            <a:rect l="l" t="t" r="r" b="b"/>
            <a:pathLst>
              <a:path w="10860" h="10872">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39" name="Google Shape;339;p42">
            <a:extLst xmlns:a="http://schemas.openxmlformats.org/drawingml/2006/main">
              <a:ext uri="{FF2B5EF4-FFF2-40B4-BE49-F238E27FC236}">
                <a16:creationId xmlns:a16="http://schemas.microsoft.com/office/drawing/2014/main" id="{619E92BC-D401-43D0-A99B-AD20A0E657F4}"/>
              </a:ext>
            </a:extLst>
          </p:cNvPr>
          <p:cNvSpPr>
            <a:spLocks xmlns:a="http://schemas.openxmlformats.org/drawingml/2006/main" noGrp="1"/>
          </p:cNvSpPr>
          <p:nvPr/>
        </p:nvSpPr>
        <p:spPr>
          <a:xfrm xmlns:a="http://schemas.openxmlformats.org/drawingml/2006/main" rot="0" flipH="0" flipV="0">
            <a:off x="848956" y="697218"/>
            <a:ext cx="361179" cy="366848"/>
          </a:xfrm>
          <a:custGeom xmlns:a="http://schemas.openxmlformats.org/drawingml/2006/main">
            <a:rect l="l" t="t" r="r" b="b"/>
            <a:pathLst>
              <a:path w="10872" h="1086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0" name="Google Shape;340;p42">
            <a:extLst xmlns:a="http://schemas.openxmlformats.org/drawingml/2006/main">
              <a:ext uri="{FF2B5EF4-FFF2-40B4-BE49-F238E27FC236}">
                <a16:creationId xmlns:a16="http://schemas.microsoft.com/office/drawing/2014/main" id="{3B7323DD-7A36-45AA-9BED-3A7B95EA434E}"/>
              </a:ext>
            </a:extLst>
          </p:cNvPr>
          <p:cNvSpPr>
            <a:spLocks xmlns:a="http://schemas.openxmlformats.org/drawingml/2006/main" noGrp="1"/>
          </p:cNvSpPr>
          <p:nvPr/>
        </p:nvSpPr>
        <p:spPr>
          <a:xfrm xmlns:a="http://schemas.openxmlformats.org/drawingml/2006/main" rot="0" flipH="0" flipV="0">
            <a:off x="916594" y="766400"/>
            <a:ext cx="224707" cy="228486"/>
          </a:xfrm>
          <a:custGeom xmlns:a="http://schemas.openxmlformats.org/drawingml/2006/main">
            <a:rect l="l" t="t" r="r" b="b"/>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1" name="Google Shape;341;p42">
            <a:extLst xmlns:a="http://schemas.openxmlformats.org/drawingml/2006/main">
              <a:ext uri="{FF2B5EF4-FFF2-40B4-BE49-F238E27FC236}">
                <a16:creationId xmlns:a16="http://schemas.microsoft.com/office/drawing/2014/main" id="{25288B1C-410A-4DEE-B321-5403A6DD90EE}"/>
              </a:ext>
            </a:extLst>
          </p:cNvPr>
          <p:cNvSpPr>
            <a:spLocks xmlns:a="http://schemas.openxmlformats.org/drawingml/2006/main" noGrp="1"/>
          </p:cNvSpPr>
          <p:nvPr/>
        </p:nvSpPr>
        <p:spPr>
          <a:xfrm xmlns:a="http://schemas.openxmlformats.org/drawingml/2006/main" rot="0" flipH="0" flipV="0">
            <a:off x="968851" y="820650"/>
            <a:ext cx="119828" cy="119648"/>
          </a:xfrm>
          <a:custGeom xmlns:a="http://schemas.openxmlformats.org/drawingml/2006/main">
            <a:rect l="l" t="t" r="r" b="b"/>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2" name="Google Shape;342;p42">
            <a:extLst xmlns:a="http://schemas.openxmlformats.org/drawingml/2006/main">
              <a:ext uri="{FF2B5EF4-FFF2-40B4-BE49-F238E27FC236}">
                <a16:creationId xmlns:a16="http://schemas.microsoft.com/office/drawing/2014/main" id="{ABBC11A7-AF65-4D9D-9802-8D4F51FEBE56}"/>
              </a:ext>
            </a:extLst>
          </p:cNvPr>
          <p:cNvSpPr>
            <a:spLocks xmlns:a="http://schemas.openxmlformats.org/drawingml/2006/main" noGrp="1"/>
          </p:cNvSpPr>
          <p:nvPr/>
        </p:nvSpPr>
        <p:spPr>
          <a:xfrm xmlns:a="http://schemas.openxmlformats.org/drawingml/2006/main" rot="0" flipH="0" flipV="0">
            <a:off x="1074427" y="795754"/>
            <a:ext cx="30862" cy="31009"/>
          </a:xfrm>
          <a:custGeom xmlns:a="http://schemas.openxmlformats.org/drawingml/2006/main">
            <a:rect l="l" t="t" r="r" b="b"/>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4" name="Google Shape;344;p42">
            <a:extLst xmlns:a="http://schemas.openxmlformats.org/drawingml/2006/main">
              <a:ext uri="{FF2B5EF4-FFF2-40B4-BE49-F238E27FC236}">
                <a16:creationId xmlns:a16="http://schemas.microsoft.com/office/drawing/2014/main" id="{5225A04E-5C6E-4C3B-B639-C09A48910746}"/>
              </a:ext>
            </a:extLst>
          </p:cNvPr>
          <p:cNvSpPr>
            <a:spLocks xmlns:a="http://schemas.openxmlformats.org/drawingml/2006/main" noGrp="1"/>
          </p:cNvSpPr>
          <p:nvPr/>
        </p:nvSpPr>
        <p:spPr>
          <a:xfrm xmlns:a="http://schemas.openxmlformats.org/drawingml/2006/main" rot="0" flipH="0" flipV="0">
            <a:off x="1403559" y="697218"/>
            <a:ext cx="366863" cy="366848"/>
          </a:xfrm>
          <a:custGeom xmlns:a="http://schemas.openxmlformats.org/drawingml/2006/main">
            <a:rect l="l" t="t" r="r" b="b"/>
            <a:pathLst>
              <a:path w="10872" h="1086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5" name="Google Shape;345;p42">
            <a:extLst xmlns:a="http://schemas.openxmlformats.org/drawingml/2006/main">
              <a:ext uri="{FF2B5EF4-FFF2-40B4-BE49-F238E27FC236}">
                <a16:creationId xmlns:a16="http://schemas.microsoft.com/office/drawing/2014/main" id="{6D4CA9EE-63AE-4BBF-B3DB-6BF499664FF1}"/>
              </a:ext>
            </a:extLst>
          </p:cNvPr>
          <p:cNvSpPr>
            <a:spLocks xmlns:a="http://schemas.openxmlformats.org/drawingml/2006/main" noGrp="1"/>
          </p:cNvSpPr>
          <p:nvPr/>
        </p:nvSpPr>
        <p:spPr>
          <a:xfrm xmlns:a="http://schemas.openxmlformats.org/drawingml/2006/main" rot="0" flipH="0" flipV="0">
            <a:off x="1487919" y="844025"/>
            <a:ext cx="50683" cy="127923"/>
          </a:xfrm>
          <a:custGeom xmlns:a="http://schemas.openxmlformats.org/drawingml/2006/main">
            <a:rect l="l" t="t" r="r" b="b"/>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6" name="Google Shape;346;p42">
            <a:extLst xmlns:a="http://schemas.openxmlformats.org/drawingml/2006/main">
              <a:ext uri="{FF2B5EF4-FFF2-40B4-BE49-F238E27FC236}">
                <a16:creationId xmlns:a16="http://schemas.microsoft.com/office/drawing/2014/main" id="{7D8AEC70-F0F1-452F-B695-9269B8FE2C8C}"/>
              </a:ext>
            </a:extLst>
          </p:cNvPr>
          <p:cNvSpPr>
            <a:spLocks xmlns:a="http://schemas.openxmlformats.org/drawingml/2006/main" noGrp="1"/>
          </p:cNvSpPr>
          <p:nvPr/>
        </p:nvSpPr>
        <p:spPr>
          <a:xfrm xmlns:a="http://schemas.openxmlformats.org/drawingml/2006/main" rot="0" flipH="0" flipV="0">
            <a:off x="1480293" y="774439"/>
            <a:ext cx="58309" cy="58371"/>
          </a:xfrm>
          <a:custGeom xmlns:a="http://schemas.openxmlformats.org/drawingml/2006/main">
            <a:rect l="l" t="t" r="r" b="b"/>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7" name="Google Shape;347;p42">
            <a:extLst xmlns:a="http://schemas.openxmlformats.org/drawingml/2006/main">
              <a:ext uri="{FF2B5EF4-FFF2-40B4-BE49-F238E27FC236}">
                <a16:creationId xmlns:a16="http://schemas.microsoft.com/office/drawing/2014/main" id="{0EBFFC8F-BF56-4C59-A00D-3452D36DF581}"/>
              </a:ext>
            </a:extLst>
          </p:cNvPr>
          <p:cNvSpPr>
            <a:spLocks xmlns:a="http://schemas.openxmlformats.org/drawingml/2006/main" noGrp="1"/>
          </p:cNvSpPr>
          <p:nvPr/>
        </p:nvSpPr>
        <p:spPr>
          <a:xfrm xmlns:a="http://schemas.openxmlformats.org/drawingml/2006/main" rot="0" flipH="0" flipV="0">
            <a:off x="1565057" y="844025"/>
            <a:ext cx="135853" cy="127923"/>
          </a:xfrm>
          <a:custGeom xmlns:a="http://schemas.openxmlformats.org/drawingml/2006/main">
            <a:rect l="l" t="t" r="r" b="b"/>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9" name="Google Shape;349;p42">
            <a:extLst xmlns:a="http://schemas.openxmlformats.org/drawingml/2006/main">
              <a:ext uri="{FF2B5EF4-FFF2-40B4-BE49-F238E27FC236}">
                <a16:creationId xmlns:a16="http://schemas.microsoft.com/office/drawing/2014/main" id="{9AF0BBA7-817A-4BFF-BD69-58D389310BB5}"/>
              </a:ext>
            </a:extLst>
          </p:cNvPr>
          <p:cNvSpPr>
            <a:spLocks xmlns:a="http://schemas.openxmlformats.org/drawingml/2006/main" noGrp="1"/>
          </p:cNvSpPr>
          <p:nvPr/>
        </p:nvSpPr>
        <p:spPr>
          <a:xfrm xmlns:a="http://schemas.openxmlformats.org/drawingml/2006/main" rot="0" flipH="0" flipV="0">
            <a:off x="2024179" y="776863"/>
            <a:ext cx="203128" cy="207587"/>
          </a:xfrm>
          <a:custGeom xmlns:a="http://schemas.openxmlformats.org/drawingml/2006/main">
            <a:rect l="l" t="t" r="r" b="b"/>
            <a:pathLst>
              <a:path w="494728" h="505587">
                <a:moveTo>
                  <a:pt x="294418" y="214122"/>
                </a:moveTo>
                <a:lnTo>
                  <a:pt x="478631" y="0"/>
                </a:lnTo>
                <a:lnTo>
                  <a:pt x="435007" y="0"/>
                </a:lnTo>
                <a:lnTo>
                  <a:pt x="275082" y="185928"/>
                </a:lnTo>
                <a:lnTo>
                  <a:pt x="147352" y="0"/>
                </a:lnTo>
                <a:lnTo>
                  <a:pt x="0" y="0"/>
                </a:lnTo>
                <a:lnTo>
                  <a:pt x="193167" y="281083"/>
                </a:lnTo>
                <a:lnTo>
                  <a:pt x="0" y="505587"/>
                </a:lnTo>
                <a:lnTo>
                  <a:pt x="43625" y="505587"/>
                </a:lnTo>
                <a:lnTo>
                  <a:pt x="212503" y="309277"/>
                </a:lnTo>
                <a:lnTo>
                  <a:pt x="347377" y="505587"/>
                </a:lnTo>
                <a:lnTo>
                  <a:pt x="494729" y="505587"/>
                </a:lnTo>
                <a:lnTo>
                  <a:pt x="294418" y="214027"/>
                </a:lnTo>
                <a:lnTo>
                  <a:pt x="294418" y="214027"/>
                </a:lnTo>
                <a:close/>
                <a:moveTo>
                  <a:pt x="234601" y="283655"/>
                </a:moveTo>
                <a:lnTo>
                  <a:pt x="215075" y="255651"/>
                </a:lnTo>
                <a:lnTo>
                  <a:pt x="59341" y="32861"/>
                </a:lnTo>
                <a:lnTo>
                  <a:pt x="126397" y="32861"/>
                </a:lnTo>
                <a:lnTo>
                  <a:pt x="252032" y="212598"/>
                </a:lnTo>
                <a:lnTo>
                  <a:pt x="271558" y="240601"/>
                </a:lnTo>
                <a:lnTo>
                  <a:pt x="434912" y="474250"/>
                </a:lnTo>
                <a:lnTo>
                  <a:pt x="367855" y="474250"/>
                </a:lnTo>
                <a:lnTo>
                  <a:pt x="234505" y="283559"/>
                </a:lnTo>
                <a:lnTo>
                  <a:pt x="234505" y="283559"/>
                </a:ln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rgbClr val="000000"/>
              </a:solidFill>
              <a:latin typeface="Calibri"/>
              <a:ea typeface="Calibri"/>
              <a:cs typeface="Calibri"/>
            </a:endParaRPr>
          </a:p>
        </p:txBody>
      </p:sp>
      <p:sp>
        <p:nvSpPr>
          <p:cNvPr id="350" name="Google Shape;350;p42">
            <a:extLst xmlns:a="http://schemas.openxmlformats.org/drawingml/2006/main">
              <a:ext uri="{FF2B5EF4-FFF2-40B4-BE49-F238E27FC236}">
                <a16:creationId xmlns:a16="http://schemas.microsoft.com/office/drawing/2014/main" id="{B229E31D-FBF2-4F5E-A607-9C93A286E834}"/>
              </a:ext>
            </a:extLst>
          </p:cNvPr>
          <p:cNvSpPr>
            <a:spLocks xmlns:a="http://schemas.openxmlformats.org/drawingml/2006/main" noGrp="1"/>
          </p:cNvSpPr>
          <p:nvPr/>
        </p:nvSpPr>
        <p:spPr>
          <a:xfrm xmlns:a="http://schemas.openxmlformats.org/drawingml/2006/main" rot="0" flipH="0" flipV="0">
            <a:off x="1942315" y="697212"/>
            <a:ext cx="366857" cy="366861"/>
          </a:xfrm>
          <a:custGeom xmlns:a="http://schemas.openxmlformats.org/drawingml/2006/main">
            <a:rect l="l" t="t" r="r" b="b"/>
            <a:pathLst>
              <a:path w="10872" h="1086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Tree>
    <p:extLst>
      <p:ext uri="{BB962C8B-B14F-4D97-AF65-F5344CB8AC3E}">
        <p14:creationId xmlns:p14="http://schemas.microsoft.com/office/powerpoint/2010/main" val="856166682"/>
      </p:ext>
    </p:extLst>
  </p:cSld>
</p:sld>
</file>

<file path=ppt/theme/theme1.xml><?xml version="1.0" encoding="utf-8"?>
<a:theme xmlns:a="http://schemas.openxmlformats.org/drawingml/2006/main" name="Minimal Gradient Pitch Deck by Slidesgo">
  <a:themeElements>
    <a:clrScheme name="Simple Light">
      <a:dk1>
        <a:srgbClr val="000000"/>
      </a:dk1>
      <a:lt1>
        <a:srgbClr val="FFFFFF"/>
      </a:lt1>
      <a:dk2>
        <a:srgbClr val="FEA86F"/>
      </a:dk2>
      <a:lt2>
        <a:srgbClr val="FFDEF3"/>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2026-10-26T02:21:46.8810000Z</dcterms:created>
  <dcterms:modified xsi:type="dcterms:W3CDTF">2026-10-26T02:21:46.8810000Z</dcterms:modified>
</coreProperties>
</file>